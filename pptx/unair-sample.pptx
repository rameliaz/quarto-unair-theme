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Universitas Airlangga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320" y="502920"/>
            <a:ext cx="2651760" cy="998415"/>
          </a:xfrm>
          <a:prstGeom prst="rect">
            <a:avLst/>
          </a:prstGeom>
        </p:spPr>
      </p:pic>
      <p:pic>
        <p:nvPicPr>
          <p:cNvPr id="3" name="Batik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24040" y="0"/>
            <a:ext cx="1152144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ctrTitle" hasCustomPrompt="1"/>
          </p:nvPr>
        </p:nvSpPr>
        <p:spPr>
          <a:xfrm>
            <a:off x="975336" y="2103120"/>
            <a:ext cx="8217184" cy="2057400"/>
          </a:xfrm>
          <a:prstGeom prst="rect">
            <a:avLst/>
          </a:prstGeom>
        </p:spPr>
        <p:txBody>
          <a:bodyPr wrap="square" lIns="0" tIns="0" rIns="0" bIns="0" anchor="b" rtlCol="0">
            <a:noAutofit/>
          </a:bodyPr>
          <a:lstStyle>
            <a:lvl1pPr marL="0" indent="0">
              <a:lnSpc>
                <a:spcPct val="95000"/>
              </a:lnSpc>
              <a:buNone/>
              <a:defRPr lang="en-US" sz="44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975336" y="4224528"/>
            <a:ext cx="8217184" cy="59436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lang="en-US" sz="2200" b="0">
                <a:solidFill>
                  <a:srgbClr val="14497F"/>
                </a:solidFill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6" name="Author"/>
          <p:cNvSpPr>
            <a:spLocks noGrp="1"/>
          </p:cNvSpPr>
          <p:nvPr>
            <p:ph type="body" idx="13" hasCustomPrompt="1"/>
          </p:nvPr>
        </p:nvSpPr>
        <p:spPr>
          <a:xfrm>
            <a:off x="975336" y="4956048"/>
            <a:ext cx="8217184" cy="329184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lang="en-US" sz="1300" b="1">
                <a:solidFill>
                  <a:srgbClr val="14497F"/>
                </a:solidFill>
              </a:defRPr>
            </a:lvl1pPr>
          </a:lstStyle>
          <a:p>
            <a:r>
              <a:rPr lang="en-US"/>
              <a:t>Author name</a:t>
            </a:r>
          </a:p>
        </p:txBody>
      </p:sp>
      <p:sp>
        <p:nvSpPr>
          <p:cNvPr id="7" name="Affiliation"/>
          <p:cNvSpPr>
            <a:spLocks noGrp="1"/>
          </p:cNvSpPr>
          <p:nvPr>
            <p:ph type="body" idx="14" hasCustomPrompt="1"/>
          </p:nvPr>
        </p:nvSpPr>
        <p:spPr>
          <a:xfrm>
            <a:off x="975336" y="5266944"/>
            <a:ext cx="8217184" cy="329184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lang="en-US" sz="1300">
                <a:solidFill>
                  <a:srgbClr val="14497F"/>
                </a:solidFill>
              </a:defRPr>
            </a:lvl1pPr>
          </a:lstStyle>
          <a:p>
            <a:r>
              <a:rPr lang="en-US"/>
              <a:t>Department, Universitas Airlangga</a:t>
            </a:r>
          </a:p>
        </p:txBody>
      </p:sp>
      <p:sp>
        <p:nvSpPr>
          <p:cNvPr id="8" name="Date"/>
          <p:cNvSpPr>
            <a:spLocks noGrp="1"/>
          </p:cNvSpPr>
          <p:nvPr>
            <p:ph type="body" idx="15" hasCustomPrompt="1"/>
          </p:nvPr>
        </p:nvSpPr>
        <p:spPr>
          <a:xfrm>
            <a:off x="975336" y="6053328"/>
            <a:ext cx="4572000" cy="27432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lang="en-US" sz="1050">
                <a:solidFill>
                  <a:srgbClr val="14497F"/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Section Divider">
    <p:bg>
      <p:bgPr>
        <a:solidFill>
          <a:srgbClr val="1449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(white)" descr="Universitas Airlangga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1965960"/>
            <a:ext cx="1783080" cy="671348"/>
          </a:xfrm>
          <a:prstGeom prst="rect">
            <a:avLst/>
          </a:prstGeom>
        </p:spPr>
      </p:pic>
      <p:sp>
        <p:nvSpPr>
          <p:cNvPr id="3" name="Number"/>
          <p:cNvSpPr>
            <a:spLocks noGrp="1"/>
          </p:cNvSpPr>
          <p:nvPr>
            <p:ph type="body" idx="16" hasCustomPrompt="1"/>
          </p:nvPr>
        </p:nvSpPr>
        <p:spPr>
          <a:xfrm>
            <a:off x="7132320" y="3566160"/>
            <a:ext cx="4572000" cy="3017520"/>
          </a:xfrm>
          <a:prstGeom prst="rect">
            <a:avLst/>
          </a:prstGeom>
        </p:spPr>
        <p:txBody>
          <a:bodyPr wrap="square" lIns="0" tIns="0" rIns="0" bIns="0" anchor="b" rtlCol="0">
            <a:noAutofit/>
          </a:bodyPr>
          <a:lstStyle>
            <a:lvl1pPr marL="0" indent="0" algn="r">
              <a:lnSpc>
                <a:spcPct val="80000"/>
              </a:lnSpc>
              <a:buNone/>
              <a:defRPr lang="en-US" sz="18000" b="1">
                <a:solidFill>
                  <a:srgbClr val="35629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868680" y="2761488"/>
            <a:ext cx="9326880" cy="777240"/>
          </a:xfrm>
          <a:prstGeom prst="rect">
            <a:avLst/>
          </a:prstGeom>
        </p:spPr>
        <p:txBody>
          <a:bodyPr wrap="square" lIns="0" tIns="0" rIns="0" bIns="0" anchor="t" rtlCol="0">
            <a:normAutofit/>
          </a:bodyPr>
          <a:lstStyle>
            <a:lvl1pPr marL="0" indent="0">
              <a:buNone/>
              <a:defRPr lang="en-US"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5" name="Subtitle"/>
          <p:cNvSpPr>
            <a:spLocks noGrp="1"/>
          </p:cNvSpPr>
          <p:nvPr>
            <p:ph type="body" idx="1" hasCustomPrompt="1"/>
          </p:nvPr>
        </p:nvSpPr>
        <p:spPr>
          <a:xfrm>
            <a:off x="868680" y="3611880"/>
            <a:ext cx="8686800" cy="82296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lang="en-US" sz="2000">
                <a:solidFill>
                  <a:srgbClr val="FFFFFF"/>
                </a:solidFill>
              </a:defRPr>
            </a:lvl1pPr>
          </a:lstStyle>
          <a:p>
            <a:r>
              <a:rPr lang="en-US"/>
              <a:t>Optional section description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Universitas Airlangga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7055" y="256032"/>
            <a:ext cx="1828800" cy="688562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8503920" cy="841248"/>
          </a:xfrm>
          <a:prstGeom prst="rect">
            <a:avLst/>
          </a:prstGeom>
        </p:spPr>
        <p:txBody>
          <a:bodyPr wrap="square" lIns="0" tIns="0" rIns="0" bIns="0" anchor="b" rtlCol="0">
            <a:noAutofit/>
          </a:bodyPr>
          <a:lstStyle>
            <a:lvl1pPr marL="0" indent="0">
              <a:buNone/>
              <a:defRPr lang="en-US"/>
            </a:lvl1pPr>
          </a:lstStyle>
          <a:p>
            <a:r>
              <a:rPr lang="en-US"/>
              <a:t>Click to edit title</a:t>
            </a:r>
          </a:p>
        </p:txBody>
      </p:sp>
      <p:cxnSp>
        <p:nvCxnSpPr>
          <p:cNvPr id="4" name="Title rule"/>
          <p:cNvCxnSpPr/>
          <p:nvPr userDrawn="1"/>
        </p:nvCxnSpPr>
        <p:spPr>
          <a:xfrm>
            <a:off x="548640" y="1188720"/>
            <a:ext cx="10545775" cy="0"/>
          </a:xfrm>
          <a:prstGeom prst="line">
            <a:avLst/>
          </a:prstGeom>
          <a:ln w="28575">
            <a:solidFill>
              <a:srgbClr val="FFCB05"/>
            </a:solidFill>
          </a:ln>
        </p:spPr>
      </p:cxnSp>
      <p:sp>
        <p:nvSpPr>
          <p:cNvPr id="5" name="Content"/>
          <p:cNvSpPr>
            <a:spLocks noGrp="1"/>
          </p:cNvSpPr>
          <p:nvPr>
            <p:ph idx="1" hasCustomPrompt="1"/>
          </p:nvPr>
        </p:nvSpPr>
        <p:spPr>
          <a:xfrm>
            <a:off x="548640" y="1463040"/>
            <a:ext cx="10545775" cy="4892040"/>
          </a:xfrm>
          <a:prstGeom prst="rect">
            <a:avLst/>
          </a:prstGeom>
        </p:spPr>
        <p:txBody>
          <a:bodyPr wrap="square" lIns="0" tIns="0" rIns="0" bIns="0" anchor="t" rtlCol="0">
            <a:normAutofit/>
          </a:bodyPr>
          <a:lstStyle>
            <a:lvl1pPr>
              <a:defRPr lang="en-US"/>
            </a:lvl1pPr>
          </a:lstStyle>
          <a:p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Universitas Airlangga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7055" y="256032"/>
            <a:ext cx="1828800" cy="688562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8503920" cy="841248"/>
          </a:xfrm>
          <a:prstGeom prst="rect">
            <a:avLst/>
          </a:prstGeom>
        </p:spPr>
        <p:txBody>
          <a:bodyPr wrap="square" lIns="0" tIns="0" rIns="0" bIns="0" anchor="b" rtlCol="0">
            <a:noAutofit/>
          </a:bodyPr>
          <a:lstStyle>
            <a:lvl1pPr marL="0" indent="0">
              <a:buNone/>
              <a:defRPr lang="en-US"/>
            </a:lvl1pPr>
          </a:lstStyle>
          <a:p>
            <a:r>
              <a:rPr lang="en-US"/>
              <a:t>Click to edit title</a:t>
            </a:r>
          </a:p>
        </p:txBody>
      </p:sp>
      <p:cxnSp>
        <p:nvCxnSpPr>
          <p:cNvPr id="4" name="Title rule"/>
          <p:cNvCxnSpPr/>
          <p:nvPr userDrawn="1"/>
        </p:nvCxnSpPr>
        <p:spPr>
          <a:xfrm>
            <a:off x="548640" y="1188720"/>
            <a:ext cx="10545775" cy="0"/>
          </a:xfrm>
          <a:prstGeom prst="line">
            <a:avLst/>
          </a:prstGeom>
          <a:ln w="28575">
            <a:solidFill>
              <a:srgbClr val="FFCB05"/>
            </a:solidFill>
          </a:ln>
        </p:spPr>
      </p:cxnSp>
      <p:sp>
        <p:nvSpPr>
          <p:cNvPr id="5" name="Left content"/>
          <p:cNvSpPr>
            <a:spLocks noGrp="1"/>
          </p:cNvSpPr>
          <p:nvPr>
            <p:ph idx="1" hasCustomPrompt="1"/>
          </p:nvPr>
        </p:nvSpPr>
        <p:spPr>
          <a:xfrm>
            <a:off x="548640" y="1463040"/>
            <a:ext cx="5044288" cy="4892040"/>
          </a:xfrm>
          <a:prstGeom prst="rect">
            <a:avLst/>
          </a:prstGeom>
        </p:spPr>
        <p:txBody>
          <a:bodyPr wrap="square" lIns="0" tIns="0" rIns="0" bIns="0" anchor="t" rtlCol="0">
            <a:normAutofit/>
          </a:bodyPr>
          <a:lstStyle>
            <a:lvl1pPr>
              <a:defRPr lang="en-US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6" name="Right content"/>
          <p:cNvSpPr>
            <a:spLocks noGrp="1"/>
          </p:cNvSpPr>
          <p:nvPr>
            <p:ph idx="2" hasCustomPrompt="1"/>
          </p:nvPr>
        </p:nvSpPr>
        <p:spPr>
          <a:xfrm>
            <a:off x="6050128" y="1463040"/>
            <a:ext cx="5044288" cy="4892040"/>
          </a:xfrm>
          <a:prstGeom prst="rect">
            <a:avLst/>
          </a:prstGeom>
        </p:spPr>
        <p:txBody>
          <a:bodyPr wrap="square" lIns="0" tIns="0" rIns="0" bIns="0" anchor="t" rtlCol="0">
            <a:normAutofit/>
          </a:bodyPr>
          <a:lstStyle>
            <a:lvl1pPr>
              <a:defRPr lang="en-US"/>
            </a:lvl1pPr>
          </a:lstStyle>
          <a:p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Universitas Airlangga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7055" y="256032"/>
            <a:ext cx="1828800" cy="688562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8503920" cy="841248"/>
          </a:xfrm>
          <a:prstGeom prst="rect">
            <a:avLst/>
          </a:prstGeom>
        </p:spPr>
        <p:txBody>
          <a:bodyPr wrap="square" lIns="0" tIns="0" rIns="0" bIns="0" anchor="b" rtlCol="0">
            <a:noAutofit/>
          </a:bodyPr>
          <a:lstStyle>
            <a:lvl1pPr marL="0" indent="0">
              <a:buNone/>
              <a:defRPr lang="en-US"/>
            </a:lvl1pPr>
          </a:lstStyle>
          <a:p>
            <a:r>
              <a:rPr lang="en-US"/>
              <a:t>Click to edit title</a:t>
            </a:r>
          </a:p>
        </p:txBody>
      </p:sp>
      <p:cxnSp>
        <p:nvCxnSpPr>
          <p:cNvPr id="4" name="Title rule"/>
          <p:cNvCxnSpPr/>
          <p:nvPr userDrawn="1"/>
        </p:nvCxnSpPr>
        <p:spPr>
          <a:xfrm>
            <a:off x="548640" y="1188720"/>
            <a:ext cx="10545775" cy="0"/>
          </a:xfrm>
          <a:prstGeom prst="line">
            <a:avLst/>
          </a:prstGeom>
          <a:ln w="28575">
            <a:solidFill>
              <a:srgbClr val="FFCB05"/>
            </a:solidFill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genda rule"/>
          <p:cNvCxnSpPr/>
          <p:nvPr userDrawn="1"/>
        </p:nvCxnSpPr>
        <p:spPr>
          <a:xfrm>
            <a:off x="1097253" y="685800"/>
            <a:ext cx="0" cy="5486400"/>
          </a:xfrm>
          <a:prstGeom prst="line">
            <a:avLst/>
          </a:prstGeom>
          <a:ln w="28575">
            <a:solidFill>
              <a:srgbClr val="FFCB05"/>
            </a:solidFill>
          </a:ln>
        </p:spPr>
      </p:cxn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 rot="16200000">
            <a:off x="-914414" y="3246120"/>
            <a:ext cx="2926080" cy="36576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 algn="ctr">
              <a:buNone/>
              <a:defRPr lang="en-US" sz="1400" cap="all" spc="45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Number 1"/>
          <p:cNvSpPr txBox="1"/>
          <p:nvPr userDrawn="1"/>
        </p:nvSpPr>
        <p:spPr>
          <a:xfrm>
            <a:off x="1706837" y="822960"/>
            <a:ext cx="1188720" cy="104241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r>
              <a:rPr lang="en-US" sz="4000" b="1">
                <a:solidFill>
                  <a:srgbClr val="14497F"/>
                </a:solidFill>
              </a:rPr>
              <a:t>01</a:t>
            </a:r>
          </a:p>
        </p:txBody>
      </p:sp>
      <p:sp>
        <p:nvSpPr>
          <p:cNvPr id="5" name="Item 1"/>
          <p:cNvSpPr>
            <a:spLocks noGrp="1"/>
          </p:cNvSpPr>
          <p:nvPr>
            <p:ph type="body" idx="20" hasCustomPrompt="1"/>
          </p:nvPr>
        </p:nvSpPr>
        <p:spPr>
          <a:xfrm>
            <a:off x="2941277" y="822960"/>
            <a:ext cx="7863602" cy="1042416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>
              <a:buNone/>
              <a:defRPr lang="en-US" sz="2000">
                <a:solidFill>
                  <a:srgbClr val="333333"/>
                </a:solidFill>
                <a:latin typeface="Segoe UI Semibold"/>
              </a:defRPr>
            </a:lvl1pPr>
          </a:lstStyle>
          <a:p>
            <a:r>
              <a:rPr lang="en-US"/>
              <a:t>Agenda item 1</a:t>
            </a:r>
          </a:p>
        </p:txBody>
      </p:sp>
      <p:sp>
        <p:nvSpPr>
          <p:cNvPr id="6" name="Dot 1"/>
          <p:cNvSpPr/>
          <p:nvPr userDrawn="1"/>
        </p:nvSpPr>
        <p:spPr>
          <a:xfrm>
            <a:off x="11134064" y="1303020"/>
            <a:ext cx="82296" cy="82296"/>
          </a:xfrm>
          <a:prstGeom prst="ellipse">
            <a:avLst/>
          </a:prstGeom>
          <a:solidFill>
            <a:srgbClr val="FFCB05"/>
          </a:solidFill>
          <a:ln>
            <a:noFill/>
          </a:ln>
        </p:spPr>
      </p:sp>
      <p:cxnSp>
        <p:nvCxnSpPr>
          <p:cNvPr id="7" name="Separator 1"/>
          <p:cNvCxnSpPr/>
          <p:nvPr userDrawn="1"/>
        </p:nvCxnSpPr>
        <p:spPr>
          <a:xfrm>
            <a:off x="1706837" y="1865376"/>
            <a:ext cx="9509522" cy="0"/>
          </a:xfrm>
          <a:prstGeom prst="line">
            <a:avLst/>
          </a:prstGeom>
          <a:ln w="9525">
            <a:solidFill>
              <a:srgbClr val="E8E8E8"/>
            </a:solidFill>
          </a:ln>
        </p:spPr>
      </p:cxnSp>
      <p:sp>
        <p:nvSpPr>
          <p:cNvPr id="8" name="Number 2"/>
          <p:cNvSpPr txBox="1"/>
          <p:nvPr userDrawn="1"/>
        </p:nvSpPr>
        <p:spPr>
          <a:xfrm>
            <a:off x="1706837" y="1865376"/>
            <a:ext cx="1188720" cy="104241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r>
              <a:rPr lang="en-US" sz="4000" b="1">
                <a:solidFill>
                  <a:srgbClr val="14497F"/>
                </a:solidFill>
              </a:rPr>
              <a:t>02</a:t>
            </a:r>
          </a:p>
        </p:txBody>
      </p:sp>
      <p:sp>
        <p:nvSpPr>
          <p:cNvPr id="9" name="Item 2"/>
          <p:cNvSpPr>
            <a:spLocks noGrp="1"/>
          </p:cNvSpPr>
          <p:nvPr>
            <p:ph type="body" idx="21" hasCustomPrompt="1"/>
          </p:nvPr>
        </p:nvSpPr>
        <p:spPr>
          <a:xfrm>
            <a:off x="2941277" y="1865376"/>
            <a:ext cx="7863602" cy="1042416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>
              <a:buNone/>
              <a:defRPr lang="en-US" sz="2000">
                <a:solidFill>
                  <a:srgbClr val="333333"/>
                </a:solidFill>
                <a:latin typeface="Segoe UI Semibold"/>
              </a:defRPr>
            </a:lvl1pPr>
          </a:lstStyle>
          <a:p>
            <a:r>
              <a:rPr lang="en-US"/>
              <a:t>Agenda item 2</a:t>
            </a:r>
          </a:p>
        </p:txBody>
      </p:sp>
      <p:sp>
        <p:nvSpPr>
          <p:cNvPr id="10" name="Dot 2"/>
          <p:cNvSpPr/>
          <p:nvPr userDrawn="1"/>
        </p:nvSpPr>
        <p:spPr>
          <a:xfrm>
            <a:off x="11134064" y="2345436"/>
            <a:ext cx="82296" cy="82296"/>
          </a:xfrm>
          <a:prstGeom prst="ellipse">
            <a:avLst/>
          </a:prstGeom>
          <a:solidFill>
            <a:srgbClr val="FFCB05"/>
          </a:solidFill>
          <a:ln>
            <a:noFill/>
          </a:ln>
        </p:spPr>
      </p:sp>
      <p:cxnSp>
        <p:nvCxnSpPr>
          <p:cNvPr id="11" name="Separator 2"/>
          <p:cNvCxnSpPr/>
          <p:nvPr userDrawn="1"/>
        </p:nvCxnSpPr>
        <p:spPr>
          <a:xfrm>
            <a:off x="1706837" y="2907792"/>
            <a:ext cx="9509522" cy="0"/>
          </a:xfrm>
          <a:prstGeom prst="line">
            <a:avLst/>
          </a:prstGeom>
          <a:ln w="9525">
            <a:solidFill>
              <a:srgbClr val="E8E8E8"/>
            </a:solidFill>
          </a:ln>
        </p:spPr>
      </p:cxnSp>
      <p:sp>
        <p:nvSpPr>
          <p:cNvPr id="12" name="Number 3"/>
          <p:cNvSpPr txBox="1"/>
          <p:nvPr userDrawn="1"/>
        </p:nvSpPr>
        <p:spPr>
          <a:xfrm>
            <a:off x="1706837" y="2907792"/>
            <a:ext cx="1188720" cy="104241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r>
              <a:rPr lang="en-US" sz="4000" b="1">
                <a:solidFill>
                  <a:srgbClr val="14497F"/>
                </a:solidFill>
              </a:rPr>
              <a:t>03</a:t>
            </a:r>
          </a:p>
        </p:txBody>
      </p:sp>
      <p:sp>
        <p:nvSpPr>
          <p:cNvPr id="13" name="Item 3"/>
          <p:cNvSpPr>
            <a:spLocks noGrp="1"/>
          </p:cNvSpPr>
          <p:nvPr>
            <p:ph type="body" idx="22" hasCustomPrompt="1"/>
          </p:nvPr>
        </p:nvSpPr>
        <p:spPr>
          <a:xfrm>
            <a:off x="2941277" y="2907792"/>
            <a:ext cx="7863602" cy="1042416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>
              <a:buNone/>
              <a:defRPr lang="en-US" sz="2000">
                <a:solidFill>
                  <a:srgbClr val="333333"/>
                </a:solidFill>
                <a:latin typeface="Segoe UI Semibold"/>
              </a:defRPr>
            </a:lvl1pPr>
          </a:lstStyle>
          <a:p>
            <a:r>
              <a:rPr lang="en-US"/>
              <a:t>Agenda item 3</a:t>
            </a:r>
          </a:p>
        </p:txBody>
      </p:sp>
      <p:sp>
        <p:nvSpPr>
          <p:cNvPr id="14" name="Dot 3"/>
          <p:cNvSpPr/>
          <p:nvPr userDrawn="1"/>
        </p:nvSpPr>
        <p:spPr>
          <a:xfrm>
            <a:off x="11134064" y="3387852"/>
            <a:ext cx="82296" cy="82296"/>
          </a:xfrm>
          <a:prstGeom prst="ellipse">
            <a:avLst/>
          </a:prstGeom>
          <a:solidFill>
            <a:srgbClr val="FFCB05"/>
          </a:solidFill>
          <a:ln>
            <a:noFill/>
          </a:ln>
        </p:spPr>
      </p:sp>
      <p:cxnSp>
        <p:nvCxnSpPr>
          <p:cNvPr id="15" name="Separator 3"/>
          <p:cNvCxnSpPr/>
          <p:nvPr userDrawn="1"/>
        </p:nvCxnSpPr>
        <p:spPr>
          <a:xfrm>
            <a:off x="1706837" y="3950208"/>
            <a:ext cx="9509522" cy="0"/>
          </a:xfrm>
          <a:prstGeom prst="line">
            <a:avLst/>
          </a:prstGeom>
          <a:ln w="9525">
            <a:solidFill>
              <a:srgbClr val="E8E8E8"/>
            </a:solidFill>
          </a:ln>
        </p:spPr>
      </p:cxnSp>
      <p:sp>
        <p:nvSpPr>
          <p:cNvPr id="16" name="Number 4"/>
          <p:cNvSpPr txBox="1"/>
          <p:nvPr userDrawn="1"/>
        </p:nvSpPr>
        <p:spPr>
          <a:xfrm>
            <a:off x="1706837" y="3950208"/>
            <a:ext cx="1188720" cy="104241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r>
              <a:rPr lang="en-US" sz="4000" b="1">
                <a:solidFill>
                  <a:srgbClr val="14497F"/>
                </a:solidFill>
              </a:rPr>
              <a:t>04</a:t>
            </a:r>
          </a:p>
        </p:txBody>
      </p:sp>
      <p:sp>
        <p:nvSpPr>
          <p:cNvPr id="17" name="Item 4"/>
          <p:cNvSpPr>
            <a:spLocks noGrp="1"/>
          </p:cNvSpPr>
          <p:nvPr>
            <p:ph type="body" idx="23" hasCustomPrompt="1"/>
          </p:nvPr>
        </p:nvSpPr>
        <p:spPr>
          <a:xfrm>
            <a:off x="2941277" y="3950208"/>
            <a:ext cx="7863602" cy="1042416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>
              <a:buNone/>
              <a:defRPr lang="en-US" sz="2000">
                <a:solidFill>
                  <a:srgbClr val="333333"/>
                </a:solidFill>
                <a:latin typeface="Segoe UI Semibold"/>
              </a:defRPr>
            </a:lvl1pPr>
          </a:lstStyle>
          <a:p>
            <a:r>
              <a:rPr lang="en-US"/>
              <a:t>Agenda item 4</a:t>
            </a:r>
          </a:p>
        </p:txBody>
      </p:sp>
      <p:sp>
        <p:nvSpPr>
          <p:cNvPr id="18" name="Dot 4"/>
          <p:cNvSpPr/>
          <p:nvPr userDrawn="1"/>
        </p:nvSpPr>
        <p:spPr>
          <a:xfrm>
            <a:off x="11134064" y="4430268"/>
            <a:ext cx="82296" cy="82296"/>
          </a:xfrm>
          <a:prstGeom prst="ellipse">
            <a:avLst/>
          </a:prstGeom>
          <a:solidFill>
            <a:srgbClr val="FFCB05"/>
          </a:solidFill>
          <a:ln>
            <a:noFill/>
          </a:ln>
        </p:spPr>
      </p:sp>
      <p:cxnSp>
        <p:nvCxnSpPr>
          <p:cNvPr id="19" name="Separator 4"/>
          <p:cNvCxnSpPr/>
          <p:nvPr userDrawn="1"/>
        </p:nvCxnSpPr>
        <p:spPr>
          <a:xfrm>
            <a:off x="1706837" y="4992624"/>
            <a:ext cx="9509522" cy="0"/>
          </a:xfrm>
          <a:prstGeom prst="line">
            <a:avLst/>
          </a:prstGeom>
          <a:ln w="9525">
            <a:solidFill>
              <a:srgbClr val="E8E8E8"/>
            </a:solidFill>
          </a:ln>
        </p:spPr>
      </p:cxnSp>
      <p:sp>
        <p:nvSpPr>
          <p:cNvPr id="20" name="Number 5"/>
          <p:cNvSpPr txBox="1"/>
          <p:nvPr userDrawn="1"/>
        </p:nvSpPr>
        <p:spPr>
          <a:xfrm>
            <a:off x="1706837" y="4992624"/>
            <a:ext cx="1188720" cy="104241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r>
              <a:rPr lang="en-US" sz="4000" b="1">
                <a:solidFill>
                  <a:srgbClr val="14497F"/>
                </a:solidFill>
              </a:rPr>
              <a:t>05</a:t>
            </a:r>
          </a:p>
        </p:txBody>
      </p:sp>
      <p:sp>
        <p:nvSpPr>
          <p:cNvPr id="21" name="Item 5"/>
          <p:cNvSpPr>
            <a:spLocks noGrp="1"/>
          </p:cNvSpPr>
          <p:nvPr>
            <p:ph type="body" idx="24" hasCustomPrompt="1"/>
          </p:nvPr>
        </p:nvSpPr>
        <p:spPr>
          <a:xfrm>
            <a:off x="2941277" y="4992624"/>
            <a:ext cx="7863602" cy="1042416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>
              <a:buNone/>
              <a:defRPr lang="en-US" sz="2000">
                <a:solidFill>
                  <a:srgbClr val="333333"/>
                </a:solidFill>
                <a:latin typeface="Segoe UI Semibold"/>
              </a:defRPr>
            </a:lvl1pPr>
          </a:lstStyle>
          <a:p>
            <a:r>
              <a:rPr lang="en-US"/>
              <a:t>Agenda item 5</a:t>
            </a:r>
          </a:p>
        </p:txBody>
      </p:sp>
      <p:sp>
        <p:nvSpPr>
          <p:cNvPr id="22" name="Dot 5"/>
          <p:cNvSpPr/>
          <p:nvPr userDrawn="1"/>
        </p:nvSpPr>
        <p:spPr>
          <a:xfrm>
            <a:off x="11134064" y="5472684"/>
            <a:ext cx="82296" cy="82296"/>
          </a:xfrm>
          <a:prstGeom prst="ellipse">
            <a:avLst/>
          </a:prstGeom>
          <a:solidFill>
            <a:srgbClr val="FFCB05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0" hasCustomPrompt="1"/>
          </p:nvPr>
        </p:nvSpPr>
        <p:spPr>
          <a:xfrm>
            <a:off x="6328242" y="0"/>
            <a:ext cx="5177653" cy="68580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 algn="ctr">
              <a:buNone/>
              <a:defRPr lang="en-US" sz="1400">
                <a:solidFill>
                  <a:srgbClr val="666666"/>
                </a:solidFill>
              </a:defRPr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48640" y="457200"/>
            <a:ext cx="5322402" cy="960120"/>
          </a:xfrm>
          <a:prstGeom prst="rect">
            <a:avLst/>
          </a:prstGeom>
        </p:spPr>
        <p:txBody>
          <a:bodyPr wrap="square" lIns="0" tIns="0" rIns="0" bIns="0" anchor="b" rtlCol="0">
            <a:noAutofit/>
          </a:bodyPr>
          <a:lstStyle>
            <a:lvl1pPr marL="0" indent="0">
              <a:buNone/>
              <a:defRPr lang="en-US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548640" y="1691640"/>
            <a:ext cx="5322402" cy="4572000"/>
          </a:xfrm>
          <a:prstGeom prst="rect">
            <a:avLst/>
          </a:prstGeom>
        </p:spPr>
        <p:txBody>
          <a:bodyPr wrap="square" lIns="0" tIns="0" rIns="0" bIns="0" anchor="t" rtlCol="0">
            <a:normAutofit/>
          </a:bodyPr>
          <a:lstStyle>
            <a:lvl1pPr>
              <a:defRPr lang="en-US" sz="1700"/>
            </a:lvl1pPr>
          </a:lstStyle>
          <a:p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5760720" cy="68580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 algn="ctr">
              <a:buNone/>
              <a:defRPr lang="en-US" sz="1400">
                <a:solidFill>
                  <a:srgbClr val="666666"/>
                </a:solidFill>
              </a:defRPr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6263640" y="822960"/>
            <a:ext cx="4830775" cy="914400"/>
          </a:xfrm>
          <a:prstGeom prst="rect">
            <a:avLst/>
          </a:prstGeom>
        </p:spPr>
        <p:txBody>
          <a:bodyPr wrap="square" lIns="0" tIns="0" rIns="0" bIns="0" anchor="b" rtlCol="0">
            <a:noAutofit/>
          </a:bodyPr>
          <a:lstStyle>
            <a:lvl1pPr marL="0" indent="0">
              <a:buNone/>
              <a:defRPr lang="en-US" sz="2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6263640" y="1874520"/>
            <a:ext cx="4830775" cy="4297680"/>
          </a:xfrm>
          <a:prstGeom prst="rect">
            <a:avLst/>
          </a:prstGeom>
        </p:spPr>
        <p:txBody>
          <a:bodyPr wrap="square" lIns="0" tIns="0" rIns="0" bIns="0" anchor="t" rtlCol="0">
            <a:normAutofit/>
          </a:bodyPr>
          <a:lstStyle>
            <a:lvl1pPr marL="0" indent="0">
              <a:lnSpc>
                <a:spcPct val="125000"/>
              </a:lnSpc>
              <a:buNone/>
              <a:defRPr lang="en-US" sz="1700"/>
            </a:lvl1pPr>
          </a:lstStyle>
          <a:p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Shade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Universitas Airlangga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7055" y="256032"/>
            <a:ext cx="1828800" cy="688562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8503920" cy="841248"/>
          </a:xfrm>
          <a:prstGeom prst="rect">
            <a:avLst/>
          </a:prstGeom>
        </p:spPr>
        <p:txBody>
          <a:bodyPr wrap="square" lIns="0" tIns="0" rIns="0" bIns="0" anchor="b" rtlCol="0">
            <a:noAutofit/>
          </a:bodyPr>
          <a:lstStyle>
            <a:lvl1pPr marL="0" indent="0">
              <a:buNone/>
              <a:defRPr lang="en-US"/>
            </a:lvl1pPr>
          </a:lstStyle>
          <a:p>
            <a:r>
              <a:rPr lang="en-US"/>
              <a:t>Click to edit title</a:t>
            </a:r>
          </a:p>
        </p:txBody>
      </p:sp>
      <p:cxnSp>
        <p:nvCxnSpPr>
          <p:cNvPr id="4" name="Title rule"/>
          <p:cNvCxnSpPr/>
          <p:nvPr userDrawn="1"/>
        </p:nvCxnSpPr>
        <p:spPr>
          <a:xfrm>
            <a:off x="548640" y="1188720"/>
            <a:ext cx="10545775" cy="0"/>
          </a:xfrm>
          <a:prstGeom prst="line">
            <a:avLst/>
          </a:prstGeom>
          <a:ln w="28575">
            <a:solidFill>
              <a:srgbClr val="FFCB05"/>
            </a:solidFill>
          </a:ln>
        </p:spPr>
      </p:cxnSp>
      <p:sp>
        <p:nvSpPr>
          <p:cNvPr id="5" name="Lead"/>
          <p:cNvSpPr>
            <a:spLocks noGrp="1"/>
          </p:cNvSpPr>
          <p:nvPr>
            <p:ph type="body" idx="10" hasCustomPrompt="1"/>
          </p:nvPr>
        </p:nvSpPr>
        <p:spPr>
          <a:xfrm>
            <a:off x="548640" y="1481328"/>
            <a:ext cx="10545775" cy="100584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115000"/>
              </a:lnSpc>
              <a:buNone/>
              <a:defRPr lang="en-US" sz="2200">
                <a:latin typeface="Segoe UI Light"/>
              </a:defRPr>
            </a:lvl1pPr>
          </a:lstStyle>
          <a:p>
            <a:r>
              <a:rPr lang="en-US"/>
              <a:t>Introductory sentence</a:t>
            </a:r>
          </a:p>
        </p:txBody>
      </p:sp>
      <p:sp>
        <p:nvSpPr>
          <p:cNvPr id="6" name="Box accent"/>
          <p:cNvSpPr/>
          <p:nvPr userDrawn="1"/>
        </p:nvSpPr>
        <p:spPr>
          <a:xfrm>
            <a:off x="548640" y="2697480"/>
            <a:ext cx="10545775" cy="3520440"/>
          </a:xfrm>
          <a:prstGeom prst="roundRect">
            <a:avLst>
              <a:gd name="adj" fmla="val 2500"/>
            </a:avLst>
          </a:prstGeom>
          <a:solidFill>
            <a:srgbClr val="FFCB05"/>
          </a:solidFill>
          <a:ln>
            <a:noFill/>
          </a:ln>
        </p:spPr>
      </p:sp>
      <p:sp>
        <p:nvSpPr>
          <p:cNvPr id="7" name="Box"/>
          <p:cNvSpPr/>
          <p:nvPr userDrawn="1"/>
        </p:nvSpPr>
        <p:spPr>
          <a:xfrm>
            <a:off x="621792" y="2697480"/>
            <a:ext cx="10472623" cy="3520440"/>
          </a:xfrm>
          <a:prstGeom prst="roundRect">
            <a:avLst>
              <a:gd name="adj" fmla="val 2500"/>
            </a:avLst>
          </a:prstGeom>
          <a:solidFill>
            <a:srgbClr val="F0F0F0"/>
          </a:solidFill>
          <a:ln>
            <a:noFill/>
          </a:ln>
        </p:spPr>
      </p:sp>
      <p:sp>
        <p:nvSpPr>
          <p:cNvPr id="8" name="Box text"/>
          <p:cNvSpPr>
            <a:spLocks noGrp="1"/>
          </p:cNvSpPr>
          <p:nvPr>
            <p:ph type="body" idx="11" hasCustomPrompt="1"/>
          </p:nvPr>
        </p:nvSpPr>
        <p:spPr>
          <a:xfrm>
            <a:off x="1051560" y="3063240"/>
            <a:ext cx="9539935" cy="2788920"/>
          </a:xfrm>
          <a:prstGeom prst="rect">
            <a:avLst/>
          </a:prstGeom>
        </p:spPr>
        <p:txBody>
          <a:bodyPr wrap="square" lIns="0" tIns="0" rIns="0" bIns="0" anchor="t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sz="1700"/>
            </a:lvl1pPr>
          </a:lstStyle>
          <a:p>
            <a:r>
              <a:rPr lang="en-US"/>
              <a:t>Supporting detail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Universitas Airlangga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7055" y="256032"/>
            <a:ext cx="1828800" cy="688562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8503920" cy="841248"/>
          </a:xfrm>
          <a:prstGeom prst="rect">
            <a:avLst/>
          </a:prstGeom>
        </p:spPr>
        <p:txBody>
          <a:bodyPr wrap="square" lIns="0" tIns="0" rIns="0" bIns="0" anchor="b" rtlCol="0">
            <a:noAutofit/>
          </a:bodyPr>
          <a:lstStyle>
            <a:lvl1pPr marL="0" indent="0">
              <a:buNone/>
              <a:defRPr lang="en-US"/>
            </a:lvl1pPr>
          </a:lstStyle>
          <a:p>
            <a:r>
              <a:rPr lang="en-US"/>
              <a:t>Click to edit title</a:t>
            </a:r>
          </a:p>
        </p:txBody>
      </p:sp>
      <p:cxnSp>
        <p:nvCxnSpPr>
          <p:cNvPr id="4" name="Title rule"/>
          <p:cNvCxnSpPr/>
          <p:nvPr userDrawn="1"/>
        </p:nvCxnSpPr>
        <p:spPr>
          <a:xfrm>
            <a:off x="548640" y="1188720"/>
            <a:ext cx="10545775" cy="0"/>
          </a:xfrm>
          <a:prstGeom prst="line">
            <a:avLst/>
          </a:prstGeom>
          <a:ln w="28575">
            <a:solidFill>
              <a:srgbClr val="FFCB05"/>
            </a:solidFill>
          </a:ln>
        </p:spPr>
      </p:cxnSp>
      <p:sp>
        <p:nvSpPr>
          <p:cNvPr id="5" name="Lead"/>
          <p:cNvSpPr>
            <a:spLocks noGrp="1"/>
          </p:cNvSpPr>
          <p:nvPr>
            <p:ph type="body" idx="10" hasCustomPrompt="1"/>
          </p:nvPr>
        </p:nvSpPr>
        <p:spPr>
          <a:xfrm>
            <a:off x="548640" y="1463040"/>
            <a:ext cx="7498080" cy="64008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lang="en-US" sz="1800">
                <a:latin typeface="Segoe UI Light"/>
              </a:defRPr>
            </a:lvl1pPr>
          </a:lstStyle>
          <a:p>
            <a:r>
              <a:rPr lang="en-US"/>
              <a:t>Short introduction</a:t>
            </a:r>
          </a:p>
        </p:txBody>
      </p:sp>
      <p:sp>
        <p:nvSpPr>
          <p:cNvPr id="6" name="Panel"/>
          <p:cNvSpPr/>
          <p:nvPr userDrawn="1"/>
        </p:nvSpPr>
        <p:spPr>
          <a:xfrm>
            <a:off x="548640" y="2286000"/>
            <a:ext cx="10545775" cy="4023360"/>
          </a:xfrm>
          <a:prstGeom prst="roundRect">
            <a:avLst>
              <a:gd name="adj" fmla="val 2500"/>
            </a:avLst>
          </a:prstGeom>
          <a:solidFill>
            <a:srgbClr val="F0F0F0"/>
          </a:solidFill>
          <a:ln>
            <a:noFill/>
          </a:ln>
        </p:spPr>
      </p:sp>
      <p:sp>
        <p:nvSpPr>
          <p:cNvPr id="7" name="Icon 1"/>
          <p:cNvSpPr>
            <a:spLocks noGrp="1"/>
          </p:cNvSpPr>
          <p:nvPr>
            <p:ph type="pic" idx="30" hasCustomPrompt="1"/>
          </p:nvPr>
        </p:nvSpPr>
        <p:spPr>
          <a:xfrm>
            <a:off x="2077669" y="2697480"/>
            <a:ext cx="731520" cy="73152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 algn="ctr">
              <a:buNone/>
              <a:defRPr lang="en-US" sz="900">
                <a:solidFill>
                  <a:srgbClr val="666666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Heading 1"/>
          <p:cNvSpPr>
            <a:spLocks noGrp="1"/>
          </p:cNvSpPr>
          <p:nvPr>
            <p:ph type="body" idx="40" hasCustomPrompt="1"/>
          </p:nvPr>
        </p:nvSpPr>
        <p:spPr>
          <a:xfrm>
            <a:off x="960120" y="3566160"/>
            <a:ext cx="2966618" cy="4572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 algn="ctr">
              <a:buNone/>
              <a:defRPr lang="en-US" sz="1700" b="1">
                <a:solidFill>
                  <a:srgbClr val="14497F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9" name="Text 1"/>
          <p:cNvSpPr>
            <a:spLocks noGrp="1"/>
          </p:cNvSpPr>
          <p:nvPr>
            <p:ph type="body" idx="50" hasCustomPrompt="1"/>
          </p:nvPr>
        </p:nvSpPr>
        <p:spPr>
          <a:xfrm>
            <a:off x="960120" y="4069080"/>
            <a:ext cx="2966618" cy="1920240"/>
          </a:xfrm>
          <a:prstGeom prst="rect">
            <a:avLst/>
          </a:prstGeom>
        </p:spPr>
        <p:txBody>
          <a:bodyPr wrap="square" lIns="0" tIns="0" rIns="0" bIns="0" anchor="t" rtlCol="0">
            <a:normAutofit/>
          </a:bodyPr>
          <a:lstStyle>
            <a:lvl1pPr marL="0" indent="0" algn="ctr">
              <a:lnSpc>
                <a:spcPct val="120000"/>
              </a:lnSpc>
              <a:buNone/>
              <a:defRPr lang="en-US" sz="1400"/>
            </a:lvl1pPr>
          </a:lstStyle>
          <a:p>
            <a:r>
              <a:rPr lang="en-US"/>
              <a:t>Short description</a:t>
            </a:r>
          </a:p>
        </p:txBody>
      </p:sp>
      <p:sp>
        <p:nvSpPr>
          <p:cNvPr id="10" name="Icon 2"/>
          <p:cNvSpPr>
            <a:spLocks noGrp="1"/>
          </p:cNvSpPr>
          <p:nvPr>
            <p:ph type="pic" idx="31" hasCustomPrompt="1"/>
          </p:nvPr>
        </p:nvSpPr>
        <p:spPr>
          <a:xfrm>
            <a:off x="5455768" y="2697480"/>
            <a:ext cx="731520" cy="73152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 algn="ctr">
              <a:buNone/>
              <a:defRPr lang="en-US" sz="900">
                <a:solidFill>
                  <a:srgbClr val="666666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1" name="Heading 2"/>
          <p:cNvSpPr>
            <a:spLocks noGrp="1"/>
          </p:cNvSpPr>
          <p:nvPr>
            <p:ph type="body" idx="41" hasCustomPrompt="1"/>
          </p:nvPr>
        </p:nvSpPr>
        <p:spPr>
          <a:xfrm>
            <a:off x="4338218" y="3566160"/>
            <a:ext cx="2966618" cy="4572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 algn="ctr">
              <a:buNone/>
              <a:defRPr lang="en-US" sz="1700" b="1">
                <a:solidFill>
                  <a:srgbClr val="14497F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2"/>
          <p:cNvSpPr>
            <a:spLocks noGrp="1"/>
          </p:cNvSpPr>
          <p:nvPr>
            <p:ph type="body" idx="51" hasCustomPrompt="1"/>
          </p:nvPr>
        </p:nvSpPr>
        <p:spPr>
          <a:xfrm>
            <a:off x="4338218" y="4069080"/>
            <a:ext cx="2966618" cy="1920240"/>
          </a:xfrm>
          <a:prstGeom prst="rect">
            <a:avLst/>
          </a:prstGeom>
        </p:spPr>
        <p:txBody>
          <a:bodyPr wrap="square" lIns="0" tIns="0" rIns="0" bIns="0" anchor="t" rtlCol="0">
            <a:normAutofit/>
          </a:bodyPr>
          <a:lstStyle>
            <a:lvl1pPr marL="0" indent="0" algn="ctr">
              <a:lnSpc>
                <a:spcPct val="120000"/>
              </a:lnSpc>
              <a:buNone/>
              <a:defRPr lang="en-US" sz="1400"/>
            </a:lvl1pPr>
          </a:lstStyle>
          <a:p>
            <a:r>
              <a:rPr lang="en-US"/>
              <a:t>Short description</a:t>
            </a:r>
          </a:p>
        </p:txBody>
      </p:sp>
      <p:sp>
        <p:nvSpPr>
          <p:cNvPr id="13" name="Icon 3"/>
          <p:cNvSpPr>
            <a:spLocks noGrp="1"/>
          </p:cNvSpPr>
          <p:nvPr>
            <p:ph type="pic" idx="32" hasCustomPrompt="1"/>
          </p:nvPr>
        </p:nvSpPr>
        <p:spPr>
          <a:xfrm>
            <a:off x="8833866" y="2697480"/>
            <a:ext cx="731520" cy="73152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 algn="ctr">
              <a:buNone/>
              <a:defRPr lang="en-US" sz="900">
                <a:solidFill>
                  <a:srgbClr val="666666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Heading 3"/>
          <p:cNvSpPr>
            <a:spLocks noGrp="1"/>
          </p:cNvSpPr>
          <p:nvPr>
            <p:ph type="body" idx="42" hasCustomPrompt="1"/>
          </p:nvPr>
        </p:nvSpPr>
        <p:spPr>
          <a:xfrm>
            <a:off x="7716317" y="3566160"/>
            <a:ext cx="2966618" cy="4572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 algn="ctr">
              <a:buNone/>
              <a:defRPr lang="en-US" sz="1700" b="1">
                <a:solidFill>
                  <a:srgbClr val="14497F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Text 3"/>
          <p:cNvSpPr>
            <a:spLocks noGrp="1"/>
          </p:cNvSpPr>
          <p:nvPr>
            <p:ph type="body" idx="52" hasCustomPrompt="1"/>
          </p:nvPr>
        </p:nvSpPr>
        <p:spPr>
          <a:xfrm>
            <a:off x="7716317" y="4069080"/>
            <a:ext cx="2966618" cy="1920240"/>
          </a:xfrm>
          <a:prstGeom prst="rect">
            <a:avLst/>
          </a:prstGeom>
        </p:spPr>
        <p:txBody>
          <a:bodyPr wrap="square" lIns="0" tIns="0" rIns="0" bIns="0" anchor="t" rtlCol="0">
            <a:normAutofit/>
          </a:bodyPr>
          <a:lstStyle>
            <a:lvl1pPr marL="0" indent="0" algn="ctr">
              <a:lnSpc>
                <a:spcPct val="120000"/>
              </a:lnSpc>
              <a:buNone/>
              <a:defRPr lang="en-US" sz="1400"/>
            </a:lvl1pPr>
          </a:lstStyle>
          <a:p>
            <a:r>
              <a:rPr lang="en-US"/>
              <a:t>Short description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 userDrawn="1"/>
        </p:nvSpPr>
        <p:spPr>
          <a:xfrm>
            <a:off x="0" y="0"/>
            <a:ext cx="11505895" cy="1051560"/>
          </a:xfrm>
          <a:prstGeom prst="rect">
            <a:avLst/>
          </a:prstGeom>
          <a:solidFill>
            <a:srgbClr val="14497F"/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48640" y="0"/>
            <a:ext cx="10408615" cy="105156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 algn="ctr">
              <a:buNone/>
              <a:defRPr lang="en-US" sz="2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1"/>
          <p:cNvSpPr>
            <a:spLocks noGrp="1"/>
          </p:cNvSpPr>
          <p:nvPr>
            <p:ph type="pic" idx="10" hasCustomPrompt="1"/>
          </p:nvPr>
        </p:nvSpPr>
        <p:spPr>
          <a:xfrm>
            <a:off x="548640" y="1783080"/>
            <a:ext cx="3225698" cy="25146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 algn="ctr">
              <a:buNone/>
              <a:defRPr lang="en-US" sz="1200">
                <a:solidFill>
                  <a:srgbClr val="666666"/>
                </a:solidFill>
              </a:defRPr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5" name="Caption 1"/>
          <p:cNvSpPr>
            <a:spLocks noGrp="1"/>
          </p:cNvSpPr>
          <p:nvPr>
            <p:ph type="body" idx="20" hasCustomPrompt="1"/>
          </p:nvPr>
        </p:nvSpPr>
        <p:spPr>
          <a:xfrm>
            <a:off x="548640" y="4480560"/>
            <a:ext cx="3225698" cy="82296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 algn="ctr">
              <a:buNone/>
              <a:defRPr lang="en-US" sz="14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6" name="Picture 2"/>
          <p:cNvSpPr>
            <a:spLocks noGrp="1"/>
          </p:cNvSpPr>
          <p:nvPr>
            <p:ph type="pic" idx="11" hasCustomPrompt="1"/>
          </p:nvPr>
        </p:nvSpPr>
        <p:spPr>
          <a:xfrm>
            <a:off x="4140098" y="1783080"/>
            <a:ext cx="3225698" cy="25146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 algn="ctr">
              <a:buNone/>
              <a:defRPr lang="en-US" sz="1200">
                <a:solidFill>
                  <a:srgbClr val="666666"/>
                </a:solidFill>
              </a:defRPr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7" name="Caption 2"/>
          <p:cNvSpPr>
            <a:spLocks noGrp="1"/>
          </p:cNvSpPr>
          <p:nvPr>
            <p:ph type="body" idx="21" hasCustomPrompt="1"/>
          </p:nvPr>
        </p:nvSpPr>
        <p:spPr>
          <a:xfrm>
            <a:off x="4140098" y="4480560"/>
            <a:ext cx="3225698" cy="82296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 algn="ctr">
              <a:buNone/>
              <a:defRPr lang="en-US" sz="14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8" name="Picture 3"/>
          <p:cNvSpPr>
            <a:spLocks noGrp="1"/>
          </p:cNvSpPr>
          <p:nvPr>
            <p:ph type="pic" idx="12" hasCustomPrompt="1"/>
          </p:nvPr>
        </p:nvSpPr>
        <p:spPr>
          <a:xfrm>
            <a:off x="7731557" y="1783080"/>
            <a:ext cx="3225698" cy="25146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marL="0" indent="0" algn="ctr">
              <a:buNone/>
              <a:defRPr lang="en-US" sz="1200">
                <a:solidFill>
                  <a:srgbClr val="666666"/>
                </a:solidFill>
              </a:defRPr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9" name="Caption 3"/>
          <p:cNvSpPr>
            <a:spLocks noGrp="1"/>
          </p:cNvSpPr>
          <p:nvPr>
            <p:ph type="body" idx="22" hasCustomPrompt="1"/>
          </p:nvPr>
        </p:nvSpPr>
        <p:spPr>
          <a:xfrm>
            <a:off x="7731557" y="4480560"/>
            <a:ext cx="3225698" cy="82296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 algn="ctr">
              <a:buNone/>
              <a:defRPr lang="en-US" sz="1400"/>
            </a:lvl1pPr>
          </a:lstStyle>
          <a:p>
            <a:r>
              <a:rPr lang="en-US"/>
              <a:t>Caption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mark"/>
          <p:cNvSpPr txBox="1"/>
          <p:nvPr userDrawn="1"/>
        </p:nvSpPr>
        <p:spPr>
          <a:xfrm>
            <a:off x="320040" y="-182880"/>
            <a:ext cx="4114800" cy="5029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28000">
                <a:solidFill>
                  <a:srgbClr val="EEF2F6"/>
                </a:solidFill>
                <a:latin typeface="Segoe UI"/>
              </a:rPr>
              <a:t>“</a:t>
            </a:r>
          </a:p>
        </p:txBody>
      </p:sp>
      <p:sp>
        <p:nvSpPr>
          <p:cNvPr id="3" name="Quote rule"/>
          <p:cNvSpPr/>
          <p:nvPr userDrawn="1"/>
        </p:nvSpPr>
        <p:spPr>
          <a:xfrm>
            <a:off x="2194505" y="1874520"/>
            <a:ext cx="64008" cy="3108960"/>
          </a:xfrm>
          <a:prstGeom prst="rect">
            <a:avLst/>
          </a:prstGeom>
          <a:solidFill>
            <a:srgbClr val="FFCB05"/>
          </a:solidFill>
          <a:ln>
            <a:noFill/>
          </a:ln>
        </p:spPr>
      </p:sp>
      <p:sp>
        <p:nvSpPr>
          <p:cNvPr id="4" name="Quote"/>
          <p:cNvSpPr>
            <a:spLocks noGrp="1"/>
          </p:cNvSpPr>
          <p:nvPr>
            <p:ph type="body" idx="10" hasCustomPrompt="1"/>
          </p:nvPr>
        </p:nvSpPr>
        <p:spPr>
          <a:xfrm>
            <a:off x="2697425" y="1874520"/>
            <a:ext cx="7299765" cy="2423160"/>
          </a:xfrm>
          <a:prstGeom prst="rect">
            <a:avLst/>
          </a:prstGeom>
        </p:spPr>
        <p:txBody>
          <a:bodyPr wrap="square" lIns="0" tIns="0" rIns="0" bIns="0" anchor="ctr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sz="2600" i="1">
                <a:solidFill>
                  <a:srgbClr val="14497F"/>
                </a:solidFill>
              </a:defRPr>
            </a:lvl1pPr>
          </a:lstStyle>
          <a:p>
            <a:r>
              <a:rPr lang="en-US"/>
              <a:t>Quoted text</a:t>
            </a:r>
          </a:p>
        </p:txBody>
      </p:sp>
      <p:sp>
        <p:nvSpPr>
          <p:cNvPr id="5" name="Author"/>
          <p:cNvSpPr>
            <a:spLocks noGrp="1"/>
          </p:cNvSpPr>
          <p:nvPr>
            <p:ph type="body" idx="11" hasCustomPrompt="1"/>
          </p:nvPr>
        </p:nvSpPr>
        <p:spPr>
          <a:xfrm>
            <a:off x="2697425" y="4434840"/>
            <a:ext cx="7299765" cy="548640"/>
          </a:xfrm>
          <a:prstGeom prst="rect">
            <a:avLst/>
          </a:prstGeom>
        </p:spPr>
        <p:txBody>
          <a:bodyPr wrap="square" lIns="0" tIns="0" rIns="0" bIns="0" anchor="b" rtlCol="0">
            <a:noAutofit/>
          </a:bodyPr>
          <a:lstStyle>
            <a:lvl1pPr marL="0" indent="0">
              <a:buNone/>
              <a:defRPr lang="en-US" sz="1200" b="1" cap="all" spc="100">
                <a:solidFill>
                  <a:srgbClr val="666666"/>
                </a:solidFill>
              </a:defRPr>
            </a:lvl1pPr>
          </a:lstStyle>
          <a:p>
            <a:r>
              <a:rPr lang="en-US"/>
              <a:t>— Name, source (year)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Quote (Dark / Photo)">
    <p:bg>
      <p:bgPr>
        <a:solidFill>
          <a:srgbClr val="1449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Quote mark"/>
          <p:cNvSpPr txBox="1"/>
          <p:nvPr userDrawn="1"/>
        </p:nvSpPr>
        <p:spPr>
          <a:xfrm>
            <a:off x="2084777" y="868680"/>
            <a:ext cx="1371600" cy="1463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7200">
                <a:solidFill>
                  <a:srgbClr val="7D93AC"/>
                </a:solidFill>
                <a:latin typeface="Segoe UI"/>
              </a:rPr>
              <a:t>“</a:t>
            </a:r>
          </a:p>
        </p:txBody>
      </p:sp>
      <p:sp>
        <p:nvSpPr>
          <p:cNvPr id="4" name="Quote rule"/>
          <p:cNvSpPr/>
          <p:nvPr userDrawn="1"/>
        </p:nvSpPr>
        <p:spPr>
          <a:xfrm>
            <a:off x="2194505" y="1874520"/>
            <a:ext cx="64008" cy="3108960"/>
          </a:xfrm>
          <a:prstGeom prst="rect">
            <a:avLst/>
          </a:prstGeom>
          <a:solidFill>
            <a:srgbClr val="FFCB05"/>
          </a:solidFill>
          <a:ln>
            <a:noFill/>
          </a:ln>
        </p:spPr>
      </p:sp>
      <p:sp>
        <p:nvSpPr>
          <p:cNvPr id="5" name="Quote"/>
          <p:cNvSpPr>
            <a:spLocks noGrp="1"/>
          </p:cNvSpPr>
          <p:nvPr>
            <p:ph type="body" idx="10" hasCustomPrompt="1"/>
          </p:nvPr>
        </p:nvSpPr>
        <p:spPr>
          <a:xfrm>
            <a:off x="2697425" y="1874520"/>
            <a:ext cx="7299765" cy="2423160"/>
          </a:xfrm>
          <a:prstGeom prst="rect">
            <a:avLst/>
          </a:prstGeom>
        </p:spPr>
        <p:txBody>
          <a:bodyPr wrap="square" lIns="0" tIns="0" rIns="0" bIns="0" anchor="ctr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sz="2600" i="1">
                <a:solidFill>
                  <a:srgbClr val="FFFFFF"/>
                </a:solidFill>
                <a:latin typeface="Segoe UI Light"/>
              </a:defRPr>
            </a:lvl1pPr>
          </a:lstStyle>
          <a:p>
            <a:r>
              <a:rPr lang="en-US"/>
              <a:t>Quoted text</a:t>
            </a:r>
          </a:p>
        </p:txBody>
      </p:sp>
      <p:sp>
        <p:nvSpPr>
          <p:cNvPr id="6" name="Author"/>
          <p:cNvSpPr>
            <a:spLocks noGrp="1"/>
          </p:cNvSpPr>
          <p:nvPr>
            <p:ph type="body" idx="11" hasCustomPrompt="1"/>
          </p:nvPr>
        </p:nvSpPr>
        <p:spPr>
          <a:xfrm>
            <a:off x="2697425" y="4434840"/>
            <a:ext cx="7299765" cy="548640"/>
          </a:xfrm>
          <a:prstGeom prst="rect">
            <a:avLst/>
          </a:prstGeom>
        </p:spPr>
        <p:txBody>
          <a:bodyPr wrap="square" lIns="0" tIns="0" rIns="0" bIns="0" anchor="b" rtlCol="0">
            <a:noAutofit/>
          </a:bodyPr>
          <a:lstStyle>
            <a:lvl1pPr marL="0" indent="0">
              <a:buNone/>
              <a:defRPr lang="en-US" sz="1200" b="1" cap="all" spc="100">
                <a:solidFill>
                  <a:srgbClr val="D9E2EC"/>
                </a:solidFill>
              </a:defRPr>
            </a:lvl1pPr>
          </a:lstStyle>
          <a:p>
            <a:r>
              <a:rPr lang="en-US"/>
              <a:t>— Name, source (year)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Closing">
    <p:bg>
      <p:bgPr>
        <a:solidFill>
          <a:srgbClr val="1449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(white)" descr="Universitas Airlangga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320" y="502920"/>
            <a:ext cx="2651760" cy="998415"/>
          </a:xfrm>
          <a:prstGeom prst="rect">
            <a:avLst/>
          </a:prstGeom>
        </p:spPr>
      </p:pic>
      <p:pic>
        <p:nvPicPr>
          <p:cNvPr id="3" name="Batik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24040" y="0"/>
            <a:ext cx="1152144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975336" y="1783080"/>
            <a:ext cx="8217184" cy="1554480"/>
          </a:xfrm>
          <a:prstGeom prst="rect">
            <a:avLst/>
          </a:prstGeom>
        </p:spPr>
        <p:txBody>
          <a:bodyPr wrap="square" lIns="0" tIns="0" rIns="0" bIns="0" anchor="b" rtlCol="0">
            <a:noAutofit/>
          </a:bodyPr>
          <a:lstStyle>
            <a:lvl1pPr marL="0" indent="0">
              <a:buNone/>
              <a:defRPr lang="en-US"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5" name="Subtitle"/>
          <p:cNvSpPr>
            <a:spLocks noGrp="1"/>
          </p:cNvSpPr>
          <p:nvPr>
            <p:ph type="body" idx="1" hasCustomPrompt="1"/>
          </p:nvPr>
        </p:nvSpPr>
        <p:spPr>
          <a:xfrm>
            <a:off x="975336" y="3401568"/>
            <a:ext cx="8217184" cy="566928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lang="en-US" sz="2200">
                <a:solidFill>
                  <a:srgbClr val="FFFFFF"/>
                </a:solidFill>
              </a:defRPr>
            </a:lvl1pPr>
          </a:lstStyle>
          <a:p>
            <a:r>
              <a:rPr lang="en-US"/>
              <a:t>Questions?</a:t>
            </a:r>
          </a:p>
        </p:txBody>
      </p:sp>
      <p:sp>
        <p:nvSpPr>
          <p:cNvPr id="6" name="Contact"/>
          <p:cNvSpPr>
            <a:spLocks noGrp="1"/>
          </p:cNvSpPr>
          <p:nvPr>
            <p:ph type="body" idx="12" hasCustomPrompt="1"/>
          </p:nvPr>
        </p:nvSpPr>
        <p:spPr>
          <a:xfrm>
            <a:off x="975336" y="4160520"/>
            <a:ext cx="8217184" cy="155448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130000"/>
              </a:lnSpc>
              <a:buNone/>
              <a:defRPr lang="en-US" sz="1300">
                <a:solidFill>
                  <a:srgbClr val="FFFFFF"/>
                </a:solidFill>
              </a:defRPr>
            </a:lvl1pPr>
          </a:lstStyle>
          <a:p>
            <a:r>
              <a:rPr lang="en-US"/>
              <a:t>Contact details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13" hasCustomPrompt="1"/>
          </p:nvPr>
        </p:nvSpPr>
        <p:spPr>
          <a:xfrm>
            <a:off x="975336" y="6053328"/>
            <a:ext cx="8217184" cy="27432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lang="en-US" sz="1050">
                <a:solidFill>
                  <a:srgbClr val="FFFFFF"/>
                </a:solidFill>
              </a:defRPr>
            </a:lvl1pPr>
          </a:lstStyle>
          <a:p>
            <a:r>
              <a:rPr lang="en-US"/>
              <a:t>Small print, e.g. a URL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548640" y="274320"/>
            <a:ext cx="8503920" cy="841248"/>
          </a:xfrm>
          <a:prstGeom prst="rect">
            <a:avLst/>
          </a:prstGeom>
        </p:spPr>
        <p:txBody>
          <a:bodyPr wrap="square" lIns="0" tIns="0" rIns="0" bIns="0" anchor="b" rtlCol="0">
            <a:noAutofit/>
          </a:bodyPr>
          <a:lstStyle>
            <a:lvl1pPr marL="0" indent="0">
              <a:buNone/>
              <a:defRPr lang="en-US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 hasCustomPrompt="1"/>
          </p:nvPr>
        </p:nvSpPr>
        <p:spPr>
          <a:xfrm>
            <a:off x="548640" y="1463040"/>
            <a:ext cx="10545775" cy="489204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>
              <a:defRPr lang="en-US"/>
            </a:lvl1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Sidebar"/>
          <p:cNvSpPr/>
          <p:nvPr userDrawn="1"/>
        </p:nvSpPr>
        <p:spPr>
          <a:xfrm>
            <a:off x="11505895" y="0"/>
            <a:ext cx="685800" cy="6858000"/>
          </a:xfrm>
          <a:prstGeom prst="rect">
            <a:avLst/>
          </a:prstGeom>
          <a:solidFill>
            <a:srgbClr val="14497F"/>
          </a:solidFill>
          <a:ln>
            <a:noFill/>
          </a:ln>
        </p:spPr>
      </p:sp>
      <p:pic>
        <p:nvPicPr>
          <p:cNvPr id="5" name="Sidebar key graphi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11635" y="411480"/>
            <a:ext cx="274320" cy="274320"/>
          </a:xfrm>
          <a:prstGeom prst="rect">
            <a:avLst/>
          </a:prstGeom>
        </p:spPr>
      </p:pic>
      <p:sp>
        <p:nvSpPr>
          <p:cNvPr id="6" name="Sidebar running title"/>
          <p:cNvSpPr txBox="1"/>
          <p:nvPr userDrawn="1"/>
        </p:nvSpPr>
        <p:spPr>
          <a:xfrm rot="16200000">
            <a:off x="9745675" y="34290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r>
              <a:rPr lang="en-US" sz="850" b="1" cap="all" spc="190">
                <a:solidFill>
                  <a:srgbClr val="FFFFFF"/>
                </a:solidFill>
              </a:rPr>
              <a:t>UNAIR PowerPoint Template</a:t>
            </a:r>
          </a:p>
        </p:txBody>
      </p:sp>
      <p:sp>
        <p:nvSpPr>
          <p:cNvPr id="7" name="Sidebar number block"/>
          <p:cNvSpPr/>
          <p:nvPr userDrawn="1"/>
        </p:nvSpPr>
        <p:spPr>
          <a:xfrm>
            <a:off x="11505895" y="6035040"/>
            <a:ext cx="685800" cy="822960"/>
          </a:xfrm>
          <a:prstGeom prst="rect">
            <a:avLst/>
          </a:prstGeom>
          <a:solidFill>
            <a:srgbClr val="FFCB05"/>
          </a:solidFill>
          <a:ln>
            <a:noFill/>
          </a:ln>
        </p:spPr>
      </p:sp>
      <p:sp>
        <p:nvSpPr>
          <p:cNvPr id="8" name="Sidebar slide number"/>
          <p:cNvSpPr txBox="1"/>
          <p:nvPr userDrawn="1"/>
        </p:nvSpPr>
        <p:spPr>
          <a:xfrm>
            <a:off x="11505895" y="6035040"/>
            <a:ext cx="685800" cy="822960"/>
          </a:xfrm>
          <a:prstGeom prst="rect">
            <a:avLst/>
          </a:prstGeom>
          <a:noFill/>
        </p:spPr>
        <p:txBody>
          <a:bodyPr wrap="none" lIns="0" tIns="201168" rIns="0" bIns="0" anchor="t">
            <a:noAutofit/>
          </a:bodyPr>
          <a:lstStyle/>
          <a:p>
            <a:pPr algn="ctr"/>
            <a:fld id="{B6F15528-21DE-4FAA-801E-634DDDAF4B2B}" type="slidenum">
              <a:rPr lang="en-US" sz="1200" b="1">
                <a:solidFill>
                  <a:srgbClr val="14497F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"/>
    <p:sldLayoutId id="2147483725" r:id="rId13"/>
    <p:sldLayoutId id="2147483726" r:id="rId14"/>
    <p:sldLayoutId id="2147483727" r:id="rId15"/>
    <p:sldLayoutId id="2147483728" r:id="rId16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b="1" kern="1200">
          <a:solidFill>
            <a:srgbClr val="14497F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10000"/>
        </a:lnSpc>
        <a:spcBef>
          <a:spcPts val="600"/>
        </a:spcBef>
        <a:buClr>
          <a:srgbClr val="14497F"/>
        </a:buClr>
        <a:buFont typeface="Arial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lnSpc>
          <a:spcPct val="110000"/>
        </a:lnSpc>
        <a:spcBef>
          <a:spcPts val="300"/>
        </a:spcBef>
        <a:buClr>
          <a:srgbClr val="14497F"/>
        </a:buClr>
        <a:buFont typeface="Arial"/>
        <a:buChar char="–"/>
        <a:defRPr sz="1600" kern="1200">
          <a:solidFill>
            <a:srgbClr val="333333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110000"/>
        </a:lnSpc>
        <a:spcBef>
          <a:spcPts val="300"/>
        </a:spcBef>
        <a:buClr>
          <a:srgbClr val="14497F"/>
        </a:buClr>
        <a:buFont typeface="Arial"/>
        <a:buChar char="•"/>
        <a:defRPr sz="1400" kern="1200">
          <a:solidFill>
            <a:srgbClr val="333333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110000"/>
        </a:lnSpc>
        <a:spcBef>
          <a:spcPts val="300"/>
        </a:spcBef>
        <a:buClr>
          <a:srgbClr val="14497F"/>
        </a:buClr>
        <a:buFont typeface="Arial"/>
        <a:buChar char="–"/>
        <a:defRPr sz="1400" kern="1200">
          <a:solidFill>
            <a:srgbClr val="333333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110000"/>
        </a:lnSpc>
        <a:spcBef>
          <a:spcPts val="300"/>
        </a:spcBef>
        <a:buClr>
          <a:srgbClr val="14497F"/>
        </a:buClr>
        <a:buFont typeface="Arial"/>
        <a:buChar char="•"/>
        <a:defRPr sz="1400" kern="1200">
          <a:solidFill>
            <a:srgbClr val="333333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110000"/>
        </a:lnSpc>
        <a:spcBef>
          <a:spcPts val="300"/>
        </a:spcBef>
        <a:buClr>
          <a:srgbClr val="14497F"/>
        </a:buClr>
        <a:buFont typeface="Arial"/>
        <a:buChar char="–"/>
        <a:defRPr sz="1400" kern="1200">
          <a:solidFill>
            <a:srgbClr val="333333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110000"/>
        </a:lnSpc>
        <a:spcBef>
          <a:spcPts val="300"/>
        </a:spcBef>
        <a:buClr>
          <a:srgbClr val="14497F"/>
        </a:buClr>
        <a:buFont typeface="Arial"/>
        <a:buChar char="•"/>
        <a:defRPr sz="1400" kern="1200">
          <a:solidFill>
            <a:srgbClr val="333333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110000"/>
        </a:lnSpc>
        <a:spcBef>
          <a:spcPts val="300"/>
        </a:spcBef>
        <a:buClr>
          <a:srgbClr val="14497F"/>
        </a:buClr>
        <a:buFont typeface="Arial"/>
        <a:buChar char="–"/>
        <a:defRPr sz="1400" kern="1200">
          <a:solidFill>
            <a:srgbClr val="333333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110000"/>
        </a:lnSpc>
        <a:spcBef>
          <a:spcPts val="300"/>
        </a:spcBef>
        <a:buClr>
          <a:srgbClr val="14497F"/>
        </a:buClr>
        <a:buFont typeface="Arial"/>
        <a:buChar char="•"/>
        <a:defRPr sz="1400" kern="1200">
          <a:solidFill>
            <a:srgbClr val="333333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t>Universitas Airlangga Theme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A Professional PowerPoint Template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t>Rizqy Amelia Zein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t>Department of Psychology, Universitas Airlangga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13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Background &amp; Motivation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t>Research Methodology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Findings &amp; Discussion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t>Conclusions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This is a sample presentation using the Universitas Airlangga template.</a:t>
            </a:r>
          </a:p>
          <a:p>
            <a:pPr/>
            <a:r>
              <a:t>Clean, professional design</a:t>
            </a:r>
          </a:p>
          <a:p>
            <a:pPr/>
            <a:r>
              <a:t>Official UNAIR branding</a:t>
            </a:r>
          </a:p>
          <a:p>
            <a:pPr/>
            <a:r>
              <a:t>Easy to customize</a:t>
            </a:r>
          </a:p>
          <a:p>
            <a:pPr lvl="1"/>
            <a:r>
              <a:t>Pick layouts from Home → Layout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rgbClr val="14497F"/>
                </a:solidFill>
              </a:rPr>
              <a:t>Design Elements</a:t>
            </a:r>
          </a:p>
          <a:p>
            <a:pPr/>
            <a:r>
              <a:t>UNAIR Blue primary color</a:t>
            </a:r>
          </a:p>
          <a:p>
            <a:pPr/>
            <a:r>
              <a:t>Yellow accent highlights</a:t>
            </a:r>
          </a:p>
          <a:p>
            <a:pPr/>
            <a:r>
              <a:t>Clean typography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rgbClr val="14497F"/>
                </a:solidFill>
              </a:rPr>
              <a:t>Smart Features</a:t>
            </a:r>
          </a:p>
          <a:p>
            <a:pPr/>
            <a:r>
              <a:t>Brand sidebar with slide number</a:t>
            </a:r>
          </a:p>
          <a:p>
            <a:pPr/>
            <a:r>
              <a:t>White logo on blue</a:t>
            </a:r>
          </a:p>
          <a:p>
            <a:pPr/>
            <a:r>
              <a:t>Section dividers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Field Study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Opt-in, full-slide layouts for richer presentations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Brand Colors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2362123" cy="2743200"/>
          </a:xfrm>
          <a:prstGeom prst="roundRect">
            <a:avLst>
              <a:gd name="adj" fmla="val 4000"/>
            </a:avLst>
          </a:prstGeom>
          <a:solidFill>
            <a:srgbClr val="144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663440"/>
            <a:ext cx="2362123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/>
            <a:r>
              <a:rPr b="1" sz="1800">
                <a:solidFill>
                  <a:srgbClr val="14497F"/>
                </a:solidFill>
              </a:rPr>
              <a:t>UNAIR Blue</a:t>
            </a:r>
          </a:p>
          <a:p>
            <a:pPr/>
            <a:r>
              <a:rPr sz="1400">
                <a:solidFill>
                  <a:srgbClr val="666666"/>
                </a:solidFill>
              </a:rPr>
              <a:t>#14497F · primary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76523" y="1737360"/>
            <a:ext cx="2362123" cy="2743200"/>
          </a:xfrm>
          <a:prstGeom prst="roundRect">
            <a:avLst>
              <a:gd name="adj" fmla="val 4000"/>
            </a:avLst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76523" y="4663440"/>
            <a:ext cx="2362123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/>
            <a:r>
              <a:rPr b="1" sz="1800">
                <a:solidFill>
                  <a:srgbClr val="14497F"/>
                </a:solidFill>
              </a:rPr>
              <a:t>UNAIR Yellow</a:t>
            </a:r>
          </a:p>
          <a:p>
            <a:pPr/>
            <a:r>
              <a:rPr sz="1400">
                <a:solidFill>
                  <a:srgbClr val="666666"/>
                </a:solidFill>
              </a:rPr>
              <a:t>#FFCB05 · accent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4407" y="1737360"/>
            <a:ext cx="2362123" cy="2743200"/>
          </a:xfrm>
          <a:prstGeom prst="roundRect">
            <a:avLst>
              <a:gd name="adj" fmla="val 4000"/>
            </a:avLst>
          </a:prstGeom>
          <a:solidFill>
            <a:srgbClr val="E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4407" y="4663440"/>
            <a:ext cx="2362123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/>
            <a:r>
              <a:rPr b="1" sz="1800">
                <a:solidFill>
                  <a:srgbClr val="14497F"/>
                </a:solidFill>
              </a:rPr>
              <a:t>Red</a:t>
            </a:r>
          </a:p>
          <a:p>
            <a:pPr/>
            <a:r>
              <a:rPr sz="1400">
                <a:solidFill>
                  <a:srgbClr val="666666"/>
                </a:solidFill>
              </a:rPr>
              <a:t>#E6282B ·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291" y="1737360"/>
            <a:ext cx="2362123" cy="274320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291" y="4663440"/>
            <a:ext cx="2362123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/>
            <a:r>
              <a:rPr b="1" sz="1800">
                <a:solidFill>
                  <a:srgbClr val="14497F"/>
                </a:solidFill>
              </a:rPr>
              <a:t>Light Grey</a:t>
            </a:r>
          </a:p>
          <a:p>
            <a:pPr/>
            <a:r>
              <a:rPr sz="1400">
                <a:solidFill>
                  <a:srgbClr val="666666"/>
                </a:solidFill>
              </a:rPr>
              <a:t>#F0F0F0 · panels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054577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6"/>
              </a:tblGrid>
              <a:tr h="594360">
                <a:tc>
                  <a:txBody>
                    <a:bodyPr/>
                    <a:lstStyle/>
                    <a:p>
                      <a:r>
                        <a:rPr sz="170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N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25.3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150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78.5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12.1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150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150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0545775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/>
            <a:r>
              <a:rPr sz="1300">
                <a:solidFill>
                  <a:srgbClr val="666666"/>
                </a:solidFill>
              </a:rPr>
              <a:t>Table 1. Sample data summary — tables pick up the brand colors from the theme.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art_blue.jp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7532" r="7532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Key Findings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Effect sizes were consistent across cohorts</a:t>
            </a:r>
          </a:p>
          <a:p>
            <a:pPr/>
            <a:r>
              <a:t>Replication held under pre-registered analysis</a:t>
            </a:r>
          </a:p>
          <a:p>
            <a:pPr/>
            <a:r>
              <a:t>Results support the proposed mechanism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art_yellow.jp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2750" r="2750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Data Collection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Field data were gathered across three sites using a standardized protocol, with inter-rater reliability checks throughout.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A quick summary before we dive into the details.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This study examines how open science practices affect replication rates in psychological research, drawing on a pre-registered, multi-site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Our Pillars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Three principles guide this research program.</a:t>
            </a:r>
          </a:p>
        </p:txBody>
      </p:sp>
      <p:pic>
        <p:nvPicPr>
          <p:cNvPr id="4" name="Picture Placeholder 3" descr="FaGraduationCap.png"/>
          <p:cNvPicPr>
            <a:picLocks noGrp="1" noChangeAspect="1"/>
          </p:cNvPicPr>
          <p:nvPr>
            <p:ph type="pic" idx="30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/>
            <a:r>
              <a:t>Rigor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/>
            <a:r>
              <a:t>Pre-registered designs and transparent analysis pipelines.</a:t>
            </a:r>
          </a:p>
        </p:txBody>
      </p:sp>
      <p:pic>
        <p:nvPicPr>
          <p:cNvPr id="7" name="Picture Placeholder 6" descr="FaHandshake.png"/>
          <p:cNvPicPr>
            <a:picLocks noGrp="1" noChangeAspect="1"/>
          </p:cNvPicPr>
          <p:nvPr>
            <p:ph type="pic" idx="3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8" name="Text Placeholder 7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/>
            <a:r>
              <a:t>Collaboration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/>
            <a:r>
              <a:t>Multi-site partnerships across Indonesian universities.</a:t>
            </a:r>
          </a:p>
        </p:txBody>
      </p:sp>
      <p:pic>
        <p:nvPicPr>
          <p:cNvPr id="10" name="Picture Placeholder 9" descr="FaChartBar.png"/>
          <p:cNvPicPr>
            <a:picLocks noGrp="1" noChangeAspect="1"/>
          </p:cNvPicPr>
          <p:nvPr>
            <p:ph type="pic" idx="32"/>
          </p:nvPr>
        </p:nvPicPr>
        <p:blipFill>
          <a:blip r:embed="rId4"/>
          <a:srcRect/>
          <a:stretch>
            <a:fillRect/>
          </a:stretch>
        </p:blipFill>
        <p:spPr/>
      </p:pic>
      <p:sp>
        <p:nvSpPr>
          <p:cNvPr id="11" name="Text Placeholder 10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/>
            <a:r>
              <a:t>Openness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/>
            <a:r>
              <a:t>Data, code, and materials shared on publication.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Campus Highlights</a:t>
            </a:r>
          </a:p>
        </p:txBody>
      </p:sp>
      <p:pic>
        <p:nvPicPr>
          <p:cNvPr id="3" name="Picture Placeholder 2" descr="art_a.jpg"/>
          <p:cNvPicPr>
            <a:picLocks noGrp="1" noChangeAspect="1"/>
          </p:cNvPicPr>
          <p:nvPr>
            <p:ph type="pic" idx="10"/>
          </p:nvPr>
        </p:nvPicPr>
        <p:blipFill>
          <a:blip r:embed="rId2"/>
          <a:srcRect l="7240" r="724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Main Campus, Surabaya</a:t>
            </a:r>
          </a:p>
        </p:txBody>
      </p:sp>
      <p:pic>
        <p:nvPicPr>
          <p:cNvPr id="5" name="Picture Placeholder 4" descr="art_b.jpg"/>
          <p:cNvPicPr>
            <a:picLocks noGrp="1" noChangeAspect="1"/>
          </p:cNvPicPr>
          <p:nvPr>
            <p:ph type="pic" idx="11"/>
          </p:nvPr>
        </p:nvPicPr>
        <p:blipFill>
          <a:blip r:embed="rId3"/>
          <a:srcRect l="7240" r="7240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t>Research Laboratory</a:t>
            </a:r>
          </a:p>
        </p:txBody>
      </p:sp>
      <p:pic>
        <p:nvPicPr>
          <p:cNvPr id="7" name="Picture Placeholder 6" descr="art_c.jpg"/>
          <p:cNvPicPr>
            <a:picLocks noGrp="1" noChangeAspect="1"/>
          </p:cNvPicPr>
          <p:nvPr>
            <p:ph type="pic" idx="12"/>
          </p:nvPr>
        </p:nvPicPr>
        <p:blipFill>
          <a:blip r:embed="rId4"/>
          <a:srcRect l="7240" r="7240"/>
          <a:stretch>
            <a:fillRect/>
          </a:stretch>
        </p:blipFill>
        <p:spPr/>
      </p:pic>
      <p:sp>
        <p:nvSpPr>
          <p:cNvPr id="8" name="Text Placeholder 7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Student Life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Not everything that counts can be counted, and not everything that can be counted counts.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— William Bruce Cameron, Informal Sociology (1963)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The more any quantitative social indicator is used for social decision-making, the more subject it will be to corruption pressures.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— Donald T. Campbell (1976)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Questions?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/>
            <a:r>
              <a:t>amelia.zein@psikologi.unair.ac.id</a:t>
            </a:r>
          </a:p>
          <a:p>
            <a:pPr/>
            <a:r>
              <a:t>rameliaz.github.io</a:t>
            </a:r>
          </a:p>
          <a:p>
            <a:pPr/>
            <a:r>
              <a:t>github.com/rameliaz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t>Template source: github.com/rameliaz/quarto-unair-theme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versitas Airlangga">
  <a:themeElements>
    <a:clrScheme name="Universitas Airlangga">
      <a:dk1>
        <a:srgbClr val="333333"/>
      </a:dk1>
      <a:lt1>
        <a:srgbClr val="FFFFFF"/>
      </a:lt1>
      <a:dk2>
        <a:srgbClr val="14497F"/>
      </a:dk2>
      <a:lt2>
        <a:srgbClr val="F0F0F0"/>
      </a:lt2>
      <a:accent1>
        <a:srgbClr val="14497F"/>
      </a:accent1>
      <a:accent2>
        <a:srgbClr val="FFCB05"/>
      </a:accent2>
      <a:accent3>
        <a:srgbClr val="E6282B"/>
      </a:accent3>
      <a:accent4>
        <a:srgbClr val="4F86C0"/>
      </a:accent4>
      <a:accent5>
        <a:srgbClr val="666666"/>
      </a:accent5>
      <a:accent6>
        <a:srgbClr val="0B2E52"/>
      </a:accent6>
      <a:hlink>
        <a:srgbClr val="14497F"/>
      </a:hlink>
      <a:folHlink>
        <a:srgbClr val="0B2E52"/>
      </a:folHlink>
    </a:clrScheme>
    <a:fontScheme name="Universitas Airlangga">
      <a:maj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Universitas Airlangga</dc:title>
  <dc:subject/>
  <dc:creator>Rizqy Amelia Zein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