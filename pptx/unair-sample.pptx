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7320" y="502920"/>
            <a:ext cx="2651760" cy="998415"/>
          </a:xfrm>
          <a:prstGeom prst="rect">
            <a:avLst/>
          </a:prstGeom>
        </p:spPr>
      </p:pic>
      <p:pic>
        <p:nvPicPr>
          <p:cNvPr id="3" name="Batik stri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24040" y="0"/>
            <a:ext cx="1152144" cy="6858000"/>
          </a:xfrm>
          <a:prstGeom prst="rect">
            <a:avLst/>
          </a:prstGeom>
        </p:spPr>
      </p:pic>
      <p:sp>
        <p:nvSpPr>
          <p:cNvPr id="4" name="Title"/>
          <p:cNvSpPr>
            <a:spLocks noGrp="1"/>
          </p:cNvSpPr>
          <p:nvPr>
            <p:ph type="ctrTitle" hasCustomPrompt="1"/>
          </p:nvPr>
        </p:nvSpPr>
        <p:spPr>
          <a:xfrm>
            <a:off x="975336" y="2103120"/>
            <a:ext cx="8217184" cy="205740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lnSpc>
                <a:spcPct val="95000"/>
              </a:lnSpc>
              <a:buNone/>
              <a:defRPr lang="en-US" sz="44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975336" y="4224528"/>
            <a:ext cx="8217184" cy="59436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2200" b="0">
                <a:solidFill>
                  <a:srgbClr val="14497F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6" name="Author"/>
          <p:cNvSpPr>
            <a:spLocks noGrp="1"/>
          </p:cNvSpPr>
          <p:nvPr>
            <p:ph type="body" idx="13" hasCustomPrompt="1"/>
          </p:nvPr>
        </p:nvSpPr>
        <p:spPr>
          <a:xfrm>
            <a:off x="975336" y="4956048"/>
            <a:ext cx="8217184" cy="329184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1300" b="1">
                <a:solidFill>
                  <a:srgbClr val="14497F"/>
                </a:solidFill>
              </a:defRPr>
            </a:lvl1pPr>
          </a:lstStyle>
          <a:p>
            <a:r>
              <a:rPr lang="en-US"/>
              <a:t>Author name</a:t>
            </a:r>
          </a:p>
        </p:txBody>
      </p:sp>
      <p:sp>
        <p:nvSpPr>
          <p:cNvPr id="7" name="Affiliation"/>
          <p:cNvSpPr>
            <a:spLocks noGrp="1"/>
          </p:cNvSpPr>
          <p:nvPr>
            <p:ph type="body" idx="14" hasCustomPrompt="1"/>
          </p:nvPr>
        </p:nvSpPr>
        <p:spPr>
          <a:xfrm>
            <a:off x="975336" y="5266944"/>
            <a:ext cx="8217184" cy="329184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1300">
                <a:solidFill>
                  <a:srgbClr val="14497F"/>
                </a:solidFill>
              </a:defRPr>
            </a:lvl1pPr>
          </a:lstStyle>
          <a:p>
            <a:r>
              <a:rPr lang="en-US"/>
              <a:t>Department, Universitas Airlangga</a:t>
            </a:r>
          </a:p>
        </p:txBody>
      </p:sp>
      <p:sp>
        <p:nvSpPr>
          <p:cNvPr id="8" name="Date"/>
          <p:cNvSpPr>
            <a:spLocks noGrp="1"/>
          </p:cNvSpPr>
          <p:nvPr>
            <p:ph type="body" idx="15" hasCustomPrompt="1"/>
          </p:nvPr>
        </p:nvSpPr>
        <p:spPr>
          <a:xfrm>
            <a:off x="975336" y="6053328"/>
            <a:ext cx="4572000" cy="274320"/>
          </a:xfrm>
          <a:prstGeom prst="rect">
            <a:avLst/>
          </a:prstGeom>
        </p:spPr>
        <p:txBody>
          <a:bodyPr wrap="square" lIns="0" tIns="0" rIns="0" bIns="0" anchor="t" rtlCol="0">
            <a:noAutofit/>
          </a:bodyPr>
          <a:lstStyle>
            <a:lvl1pPr marL="0" indent="0">
              <a:buNone/>
              <a:defRPr lang="en-US" sz="1050">
                <a:solidFill>
                  <a:srgbClr val="14497F"/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</p:spTree>
  </p:cSld>
  <p:clrMapOvr>
    <a:masterClrMapping/>
  </p:clrMapOvr>
  <p:hf ftr="0"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Section Divider">
    <p:bg>
      <p:bgPr>
        <a:solidFill>
          <a:srgbClr val="1449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(white)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1965960"/>
            <a:ext cx="1783080" cy="671348"/>
          </a:xfrm>
          <a:prstGeom prst="rect">
            <a:avLst/>
          </a:prstGeom>
        </p:spPr>
      </p:pic>
      <p:sp>
        <p:nvSpPr>
          <p:cNvPr id="3" name="Number"/>
          <p:cNvSpPr>
            <a:spLocks noGrp="1"/>
          </p:cNvSpPr>
          <p:nvPr>
            <p:ph type="body" idx="16" hasCustomPrompt="1"/>
          </p:nvPr>
        </p:nvSpPr>
        <p:spPr>
          <a:xfrm>
            <a:off x="7132320" y="3566160"/>
            <a:ext cx="4572000" cy="301752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 algn="r">
              <a:lnSpc>
                <a:spcPct val="80000"/>
              </a:lnSpc>
              <a:buNone/>
              <a:defRPr lang="en-US" sz="18000" b="1">
                <a:solidFill>
                  <a:srgbClr val="356291"/>
                </a:solidFill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868680" y="2761488"/>
            <a:ext cx="9326880" cy="77724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5" name="Subtitle"/>
          <p:cNvSpPr>
            <a:spLocks noGrp="1"/>
          </p:cNvSpPr>
          <p:nvPr>
            <p:ph type="body" idx="1" hasCustomPrompt="1"/>
          </p:nvPr>
        </p:nvSpPr>
        <p:spPr>
          <a:xfrm>
            <a:off x="868680" y="3611880"/>
            <a:ext cx="8686800" cy="82296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2000">
                <a:solidFill>
                  <a:srgbClr val="FFFFFF"/>
                </a:solidFill>
              </a:defRPr>
            </a:lvl1pPr>
          </a:lstStyle>
          <a:p>
            <a:r>
              <a:rPr lang="en-US"/>
              <a:t>Optional section description</a:t>
            </a:r>
          </a:p>
        </p:txBody>
      </p:sp>
    </p:spTree>
  </p:cSld>
  <p:clrMapOvr>
    <a:masterClrMapping/>
  </p:clrMapOvr>
  <p:hf ftr="0"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7055" y="256032"/>
            <a:ext cx="1828800" cy="688562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4" name="Title rule"/>
          <p:cNvCxnSpPr/>
          <p:nvPr userDrawn="1"/>
        </p:nvCxnSpPr>
        <p:spPr>
          <a:xfrm>
            <a:off x="548640" y="1188720"/>
            <a:ext cx="10545775" cy="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548640" y="1463040"/>
            <a:ext cx="10545775" cy="489204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>
              <a:defRPr lang="en-US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6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7055" y="256032"/>
            <a:ext cx="1828800" cy="688562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4" name="Title rule"/>
          <p:cNvCxnSpPr/>
          <p:nvPr userDrawn="1"/>
        </p:nvCxnSpPr>
        <p:spPr>
          <a:xfrm>
            <a:off x="548640" y="1188720"/>
            <a:ext cx="10545775" cy="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5" name="Left content"/>
          <p:cNvSpPr>
            <a:spLocks noGrp="1"/>
          </p:cNvSpPr>
          <p:nvPr>
            <p:ph idx="1" hasCustomPrompt="1"/>
          </p:nvPr>
        </p:nvSpPr>
        <p:spPr>
          <a:xfrm>
            <a:off x="548640" y="1463040"/>
            <a:ext cx="5044288" cy="489204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>
              <a:defRPr lang="en-US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6" name="Right content"/>
          <p:cNvSpPr>
            <a:spLocks noGrp="1"/>
          </p:cNvSpPr>
          <p:nvPr>
            <p:ph idx="2" hasCustomPrompt="1"/>
          </p:nvPr>
        </p:nvSpPr>
        <p:spPr>
          <a:xfrm>
            <a:off x="6050128" y="1463040"/>
            <a:ext cx="5044288" cy="489204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>
              <a:defRPr lang="en-US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7055" y="256032"/>
            <a:ext cx="1828800" cy="688562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4" name="Title rule"/>
          <p:cNvCxnSpPr/>
          <p:nvPr userDrawn="1"/>
        </p:nvCxnSpPr>
        <p:spPr>
          <a:xfrm>
            <a:off x="548640" y="1188720"/>
            <a:ext cx="10545775" cy="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ontent (no sidebar)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7055" y="256032"/>
            <a:ext cx="1828800" cy="688562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4" name="Title rule"/>
          <p:cNvCxnSpPr/>
          <p:nvPr userDrawn="1"/>
        </p:nvCxnSpPr>
        <p:spPr>
          <a:xfrm>
            <a:off x="548640" y="1188720"/>
            <a:ext cx="10545775" cy="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548640" y="1463040"/>
            <a:ext cx="10545775" cy="489204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>
              <a:defRPr lang="en-US"/>
            </a:lvl1pPr>
          </a:lstStyle>
          <a:p>
            <a:r>
              <a:rPr lang="en-US"/>
              <a:t>Click to add text</a:t>
            </a:r>
          </a:p>
        </p:txBody>
      </p:sp>
    </p:spTree>
  </p:cSld>
  <p:clrMapOvr>
    <a:masterClrMapping/>
  </p:clrMapOvr>
  <p:hf ftr="0"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Agenda rule"/>
          <p:cNvCxnSpPr/>
          <p:nvPr userDrawn="1"/>
        </p:nvCxnSpPr>
        <p:spPr>
          <a:xfrm>
            <a:off x="1097253" y="685800"/>
            <a:ext cx="0" cy="548640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 rot="16200000">
            <a:off x="-914414" y="3246120"/>
            <a:ext cx="2926080" cy="36576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400" cap="all" spc="45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Items"/>
          <p:cNvSpPr>
            <a:spLocks noGrp="1"/>
          </p:cNvSpPr>
          <p:nvPr>
            <p:ph type="body" idx="1" hasCustomPrompt="1"/>
          </p:nvPr>
        </p:nvSpPr>
        <p:spPr>
          <a:xfrm>
            <a:off x="1706837" y="822960"/>
            <a:ext cx="9509522" cy="5212080"/>
          </a:xfrm>
          <a:prstGeom prst="rect">
            <a:avLst/>
          </a:prstGeom>
        </p:spPr>
        <p:txBody>
          <a:bodyPr wrap="square" lIns="0" tIns="0" rIns="0" bIns="0" anchor="ctr" rtlCol="0">
            <a:normAutofit/>
          </a:bodyPr>
          <a:lstStyle>
            <a:lvl1pPr marL="960120" indent="-960120">
              <a:lnSpc>
                <a:spcPct val="145000"/>
              </a:lnSpc>
              <a:spcAft>
                <a:spcPts val="1600"/>
              </a:spcAft>
              <a:buClr>
                <a:srgbClr val="14497F"/>
              </a:buClr>
              <a:buSzPct val="205000"/>
              <a:buFont typeface="Segoe UI"/>
              <a:buAutoNum type="arabicPlain"/>
              <a:defRPr lang="en-US" sz="2000" b="1">
                <a:solidFill>
                  <a:srgbClr val="333333"/>
                </a:solidFill>
                <a:latin typeface="Segoe UI"/>
              </a:defRPr>
            </a:lvl1pPr>
          </a:lstStyle>
          <a:p>
            <a:r>
              <a:rPr lang="en-US"/>
              <a:t>Click to add agenda items</a:t>
            </a:r>
          </a:p>
        </p:txBody>
      </p:sp>
    </p:spTree>
  </p:cSld>
  <p:clrMapOvr>
    <a:masterClrMapping/>
  </p:clrMapOvr>
  <p:hf ftr="0"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"/>
          <p:cNvSpPr>
            <a:spLocks noGrp="1"/>
          </p:cNvSpPr>
          <p:nvPr>
            <p:ph type="pic" idx="10" hasCustomPrompt="1"/>
          </p:nvPr>
        </p:nvSpPr>
        <p:spPr>
          <a:xfrm>
            <a:off x="6328242" y="0"/>
            <a:ext cx="5177653" cy="685800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400">
                <a:solidFill>
                  <a:srgbClr val="666666"/>
                </a:solidFill>
              </a:defRPr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457200"/>
            <a:ext cx="5322402" cy="96012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Text"/>
          <p:cNvSpPr>
            <a:spLocks noGrp="1"/>
          </p:cNvSpPr>
          <p:nvPr>
            <p:ph type="body" idx="1" hasCustomPrompt="1"/>
          </p:nvPr>
        </p:nvSpPr>
        <p:spPr>
          <a:xfrm>
            <a:off x="548640" y="1691640"/>
            <a:ext cx="5322402" cy="457200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>
              <a:defRPr lang="en-US" sz="17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5760720" cy="685800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400">
                <a:solidFill>
                  <a:srgbClr val="666666"/>
                </a:solidFill>
              </a:defRPr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6263640" y="822960"/>
            <a:ext cx="4830775" cy="91440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 sz="2600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Text"/>
          <p:cNvSpPr>
            <a:spLocks noGrp="1"/>
          </p:cNvSpPr>
          <p:nvPr>
            <p:ph type="body" idx="1" hasCustomPrompt="1"/>
          </p:nvPr>
        </p:nvSpPr>
        <p:spPr>
          <a:xfrm>
            <a:off x="6263640" y="1874520"/>
            <a:ext cx="4830775" cy="429768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lnSpc>
                <a:spcPct val="125000"/>
              </a:lnSpc>
              <a:buNone/>
              <a:defRPr lang="en-US" sz="17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hade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7055" y="256032"/>
            <a:ext cx="1828800" cy="688562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4" name="Title rule"/>
          <p:cNvCxnSpPr/>
          <p:nvPr userDrawn="1"/>
        </p:nvCxnSpPr>
        <p:spPr>
          <a:xfrm>
            <a:off x="548640" y="1188720"/>
            <a:ext cx="10545775" cy="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5" name="Lead"/>
          <p:cNvSpPr>
            <a:spLocks noGrp="1"/>
          </p:cNvSpPr>
          <p:nvPr>
            <p:ph type="body" idx="15" hasCustomPrompt="1"/>
          </p:nvPr>
        </p:nvSpPr>
        <p:spPr>
          <a:xfrm>
            <a:off x="548640" y="1481328"/>
            <a:ext cx="10545775" cy="100584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lnSpc>
                <a:spcPct val="115000"/>
              </a:lnSpc>
              <a:buNone/>
              <a:defRPr lang="en-US" sz="2200">
                <a:latin typeface="Segoe UI Light"/>
              </a:defRPr>
            </a:lvl1pPr>
          </a:lstStyle>
          <a:p>
            <a:r>
              <a:rPr lang="en-US"/>
              <a:t>Introductory sentence</a:t>
            </a:r>
          </a:p>
        </p:txBody>
      </p:sp>
      <p:sp>
        <p:nvSpPr>
          <p:cNvPr id="6" name="Box accent"/>
          <p:cNvSpPr/>
          <p:nvPr userDrawn="1"/>
        </p:nvSpPr>
        <p:spPr>
          <a:xfrm>
            <a:off x="548640" y="2697480"/>
            <a:ext cx="10545775" cy="3520440"/>
          </a:xfrm>
          <a:prstGeom prst="roundRect">
            <a:avLst>
              <a:gd name="adj" fmla="val 2500"/>
            </a:avLst>
          </a:prstGeom>
          <a:solidFill>
            <a:srgbClr val="FFCB05"/>
          </a:solidFill>
          <a:ln>
            <a:noFill/>
          </a:ln>
        </p:spPr>
      </p:sp>
      <p:sp>
        <p:nvSpPr>
          <p:cNvPr id="7" name="Box"/>
          <p:cNvSpPr/>
          <p:nvPr userDrawn="1"/>
        </p:nvSpPr>
        <p:spPr>
          <a:xfrm>
            <a:off x="621792" y="2697480"/>
            <a:ext cx="10472623" cy="3520440"/>
          </a:xfrm>
          <a:prstGeom prst="roundRect">
            <a:avLst>
              <a:gd name="adj" fmla="val 2500"/>
            </a:avLst>
          </a:prstGeom>
          <a:solidFill>
            <a:srgbClr val="F0F0F0"/>
          </a:solidFill>
          <a:ln>
            <a:noFill/>
          </a:ln>
        </p:spPr>
      </p:sp>
      <p:sp>
        <p:nvSpPr>
          <p:cNvPr id="8" name="Box text"/>
          <p:cNvSpPr>
            <a:spLocks noGrp="1"/>
          </p:cNvSpPr>
          <p:nvPr>
            <p:ph type="body" idx="16" hasCustomPrompt="1"/>
          </p:nvPr>
        </p:nvSpPr>
        <p:spPr>
          <a:xfrm>
            <a:off x="1051560" y="3063240"/>
            <a:ext cx="9539935" cy="278892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lnSpc>
                <a:spcPct val="130000"/>
              </a:lnSpc>
              <a:buNone/>
              <a:defRPr lang="en-US" sz="1700"/>
            </a:lvl1pPr>
          </a:lstStyle>
          <a:p>
            <a:r>
              <a:rPr lang="en-US"/>
              <a:t>Supporting detail</a:t>
            </a:r>
          </a:p>
        </p:txBody>
      </p:sp>
      <p:sp>
        <p:nvSpPr>
          <p:cNvPr id="9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57055" y="256032"/>
            <a:ext cx="1828800" cy="688562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4" name="Title rule"/>
          <p:cNvCxnSpPr/>
          <p:nvPr userDrawn="1"/>
        </p:nvCxnSpPr>
        <p:spPr>
          <a:xfrm>
            <a:off x="548640" y="1188720"/>
            <a:ext cx="10545775" cy="0"/>
          </a:xfrm>
          <a:prstGeom prst="line">
            <a:avLst/>
          </a:prstGeom>
          <a:ln w="28575">
            <a:solidFill>
              <a:srgbClr val="FFCB05"/>
            </a:solidFill>
          </a:ln>
        </p:spPr>
      </p:cxnSp>
      <p:sp>
        <p:nvSpPr>
          <p:cNvPr id="5" name="Lead"/>
          <p:cNvSpPr>
            <a:spLocks noGrp="1"/>
          </p:cNvSpPr>
          <p:nvPr>
            <p:ph type="body" idx="10" hasCustomPrompt="1"/>
          </p:nvPr>
        </p:nvSpPr>
        <p:spPr>
          <a:xfrm>
            <a:off x="548640" y="1463040"/>
            <a:ext cx="7498080" cy="64008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1800">
                <a:latin typeface="Segoe UI Light"/>
              </a:defRPr>
            </a:lvl1pPr>
          </a:lstStyle>
          <a:p>
            <a:r>
              <a:rPr lang="en-US"/>
              <a:t>Short introduction</a:t>
            </a:r>
          </a:p>
        </p:txBody>
      </p:sp>
      <p:sp>
        <p:nvSpPr>
          <p:cNvPr id="6" name="Columns"/>
          <p:cNvSpPr>
            <a:spLocks noGrp="1"/>
          </p:cNvSpPr>
          <p:nvPr>
            <p:ph type="tbl" idx="20"/>
          </p:nvPr>
        </p:nvSpPr>
        <p:spPr>
          <a:xfrm>
            <a:off x="548640" y="2286000"/>
            <a:ext cx="10545775" cy="402336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200">
                <a:solidFill>
                  <a:srgbClr val="666666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 userDrawn="1"/>
        </p:nvSpPr>
        <p:spPr>
          <a:xfrm>
            <a:off x="0" y="0"/>
            <a:ext cx="11505895" cy="1051560"/>
          </a:xfrm>
          <a:prstGeom prst="rect">
            <a:avLst/>
          </a:prstGeom>
          <a:solidFill>
            <a:srgbClr val="14497F"/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48640" y="0"/>
            <a:ext cx="10408615" cy="1051560"/>
          </a:xfrm>
          <a:prstGeom prst="rect">
            <a:avLst/>
          </a:prstGeom>
        </p:spPr>
        <p:txBody>
          <a:bodyPr wrap="square" lIns="0" tIns="0" rIns="0" bIns="0" anchor="ctr" rtlCol="0">
            <a:normAutofit/>
          </a:bodyPr>
          <a:lstStyle>
            <a:lvl1pPr marL="0" indent="0" algn="ctr">
              <a:buNone/>
              <a:defRPr lang="en-US" sz="2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Picture 1"/>
          <p:cNvSpPr>
            <a:spLocks noGrp="1"/>
          </p:cNvSpPr>
          <p:nvPr>
            <p:ph type="pic" idx="15" hasCustomPrompt="1"/>
          </p:nvPr>
        </p:nvSpPr>
        <p:spPr>
          <a:xfrm>
            <a:off x="548640" y="1783080"/>
            <a:ext cx="3225698" cy="251460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200">
                <a:solidFill>
                  <a:srgbClr val="666666"/>
                </a:solidFill>
              </a:defRPr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5" name="Caption 1"/>
          <p:cNvSpPr>
            <a:spLocks noGrp="1"/>
          </p:cNvSpPr>
          <p:nvPr>
            <p:ph type="body" idx="20" hasCustomPrompt="1"/>
          </p:nvPr>
        </p:nvSpPr>
        <p:spPr>
          <a:xfrm>
            <a:off x="548640" y="4480560"/>
            <a:ext cx="3225698" cy="82296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 algn="ctr">
              <a:buNone/>
              <a:defRPr lang="en-US"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6" name="Picture 2"/>
          <p:cNvSpPr>
            <a:spLocks noGrp="1"/>
          </p:cNvSpPr>
          <p:nvPr>
            <p:ph type="pic" idx="16" hasCustomPrompt="1"/>
          </p:nvPr>
        </p:nvSpPr>
        <p:spPr>
          <a:xfrm>
            <a:off x="4140098" y="1783080"/>
            <a:ext cx="3225698" cy="251460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200">
                <a:solidFill>
                  <a:srgbClr val="666666"/>
                </a:solidFill>
              </a:defRPr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7" name="Caption 2"/>
          <p:cNvSpPr>
            <a:spLocks noGrp="1"/>
          </p:cNvSpPr>
          <p:nvPr>
            <p:ph type="body" idx="21" hasCustomPrompt="1"/>
          </p:nvPr>
        </p:nvSpPr>
        <p:spPr>
          <a:xfrm>
            <a:off x="4140098" y="4480560"/>
            <a:ext cx="3225698" cy="82296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 algn="ctr">
              <a:buNone/>
              <a:defRPr lang="en-US"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8" name="Picture 3"/>
          <p:cNvSpPr>
            <a:spLocks noGrp="1"/>
          </p:cNvSpPr>
          <p:nvPr>
            <p:ph type="pic" idx="17" hasCustomPrompt="1"/>
          </p:nvPr>
        </p:nvSpPr>
        <p:spPr>
          <a:xfrm>
            <a:off x="7731557" y="1783080"/>
            <a:ext cx="3225698" cy="251460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1200">
                <a:solidFill>
                  <a:srgbClr val="666666"/>
                </a:solidFill>
              </a:defRPr>
            </a:lvl1pPr>
          </a:lstStyle>
          <a:p>
            <a:r>
              <a:rPr lang="en-US"/>
              <a:t>Insert picture</a:t>
            </a:r>
          </a:p>
        </p:txBody>
      </p:sp>
      <p:sp>
        <p:nvSpPr>
          <p:cNvPr id="9" name="Caption 3"/>
          <p:cNvSpPr>
            <a:spLocks noGrp="1"/>
          </p:cNvSpPr>
          <p:nvPr>
            <p:ph type="body" idx="22" hasCustomPrompt="1"/>
          </p:nvPr>
        </p:nvSpPr>
        <p:spPr>
          <a:xfrm>
            <a:off x="7731557" y="4480560"/>
            <a:ext cx="3225698" cy="82296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 algn="ctr">
              <a:buNone/>
              <a:defRPr lang="en-US"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-4023360" y="365760"/>
            <a:ext cx="3474720" cy="73152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2400">
                <a:solidFill>
                  <a:srgbClr val="14497F"/>
                </a:solidFill>
              </a:defRPr>
            </a:lvl1pPr>
          </a:lstStyle>
          <a:p>
            <a:r>
              <a:rPr lang="en-US"/>
              <a:t>Slide title (not shown on the slide)</a:t>
            </a:r>
          </a:p>
        </p:txBody>
      </p:sp>
      <p:sp>
        <p:nvSpPr>
          <p:cNvPr id="3" name="Quote mark"/>
          <p:cNvSpPr txBox="1"/>
          <p:nvPr userDrawn="1"/>
        </p:nvSpPr>
        <p:spPr>
          <a:xfrm>
            <a:off x="320040" y="-182880"/>
            <a:ext cx="4114800" cy="5029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28000">
                <a:solidFill>
                  <a:srgbClr val="EEF2F6"/>
                </a:solidFill>
                <a:latin typeface="Segoe UI"/>
              </a:rPr>
              <a:t>“</a:t>
            </a:r>
          </a:p>
        </p:txBody>
      </p:sp>
      <p:sp>
        <p:nvSpPr>
          <p:cNvPr id="4" name="Quote rule"/>
          <p:cNvSpPr/>
          <p:nvPr userDrawn="1"/>
        </p:nvSpPr>
        <p:spPr>
          <a:xfrm>
            <a:off x="2194505" y="1874520"/>
            <a:ext cx="64008" cy="3108960"/>
          </a:xfrm>
          <a:prstGeom prst="rect">
            <a:avLst/>
          </a:prstGeom>
          <a:solidFill>
            <a:srgbClr val="FFCB05"/>
          </a:solidFill>
          <a:ln>
            <a:noFill/>
          </a:ln>
        </p:spPr>
      </p:sp>
      <p:sp>
        <p:nvSpPr>
          <p:cNvPr id="5" name="Quote"/>
          <p:cNvSpPr>
            <a:spLocks noGrp="1"/>
          </p:cNvSpPr>
          <p:nvPr>
            <p:ph type="body" idx="10" hasCustomPrompt="1"/>
          </p:nvPr>
        </p:nvSpPr>
        <p:spPr>
          <a:xfrm>
            <a:off x="2697425" y="1874520"/>
            <a:ext cx="7299765" cy="2423160"/>
          </a:xfrm>
          <a:prstGeom prst="rect">
            <a:avLst/>
          </a:prstGeom>
        </p:spPr>
        <p:txBody>
          <a:bodyPr wrap="square" lIns="0" tIns="0" rIns="0" bIns="0" anchor="ctr" rtlCol="0">
            <a:normAutofit/>
          </a:bodyPr>
          <a:lstStyle>
            <a:lvl1pPr marL="0" indent="0">
              <a:lnSpc>
                <a:spcPct val="130000"/>
              </a:lnSpc>
              <a:buNone/>
              <a:defRPr lang="en-US" sz="2600" i="1">
                <a:solidFill>
                  <a:srgbClr val="14497F"/>
                </a:solidFill>
              </a:defRPr>
            </a:lvl1pPr>
          </a:lstStyle>
          <a:p>
            <a:r>
              <a:rPr lang="en-US"/>
              <a:t>Quoted text</a:t>
            </a:r>
          </a:p>
        </p:txBody>
      </p:sp>
      <p:sp>
        <p:nvSpPr>
          <p:cNvPr id="6" name="Author"/>
          <p:cNvSpPr>
            <a:spLocks noGrp="1"/>
          </p:cNvSpPr>
          <p:nvPr>
            <p:ph type="body" idx="11" hasCustomPrompt="1"/>
          </p:nvPr>
        </p:nvSpPr>
        <p:spPr>
          <a:xfrm>
            <a:off x="2697425" y="4434840"/>
            <a:ext cx="7299765" cy="54864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 sz="1200" b="1" cap="all" spc="100">
                <a:solidFill>
                  <a:srgbClr val="666666"/>
                </a:solidFill>
              </a:defRPr>
            </a:lvl1pPr>
          </a:lstStyle>
          <a:p>
            <a:r>
              <a:rPr lang="en-US"/>
              <a:t>— Name, source (year)</a:t>
            </a:r>
          </a:p>
        </p:txBody>
      </p:sp>
    </p:spTree>
  </p:cSld>
  <p:clrMapOvr>
    <a:masterClrMapping/>
  </p:clrMapOvr>
  <p:hf ftr="0" sldNum="0"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Quote (Dark / Photo)">
    <p:bg>
      <p:bgPr>
        <a:solidFill>
          <a:srgbClr val="1449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i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-4023360" y="365760"/>
            <a:ext cx="3474720" cy="73152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2400">
                <a:solidFill>
                  <a:srgbClr val="14497F"/>
                </a:solidFill>
              </a:defRPr>
            </a:lvl1pPr>
          </a:lstStyle>
          <a:p>
            <a:r>
              <a:rPr lang="en-US"/>
              <a:t>Slide title (not shown on the slide)</a:t>
            </a:r>
          </a:p>
        </p:txBody>
      </p:sp>
      <p:sp>
        <p:nvSpPr>
          <p:cNvPr id="4" name="Quote mark"/>
          <p:cNvSpPr txBox="1"/>
          <p:nvPr userDrawn="1"/>
        </p:nvSpPr>
        <p:spPr>
          <a:xfrm>
            <a:off x="2084777" y="868680"/>
            <a:ext cx="1371600" cy="146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7200">
                <a:solidFill>
                  <a:srgbClr val="7D93AC"/>
                </a:solidFill>
                <a:latin typeface="Segoe UI"/>
              </a:rPr>
              <a:t>“</a:t>
            </a:r>
          </a:p>
        </p:txBody>
      </p:sp>
      <p:sp>
        <p:nvSpPr>
          <p:cNvPr id="5" name="Quote rule"/>
          <p:cNvSpPr/>
          <p:nvPr userDrawn="1"/>
        </p:nvSpPr>
        <p:spPr>
          <a:xfrm>
            <a:off x="2194505" y="1874520"/>
            <a:ext cx="64008" cy="3108960"/>
          </a:xfrm>
          <a:prstGeom prst="rect">
            <a:avLst/>
          </a:prstGeom>
          <a:solidFill>
            <a:srgbClr val="FFCB05"/>
          </a:solidFill>
          <a:ln>
            <a:noFill/>
          </a:ln>
        </p:spPr>
      </p:sp>
      <p:sp>
        <p:nvSpPr>
          <p:cNvPr id="6" name="Quote"/>
          <p:cNvSpPr>
            <a:spLocks noGrp="1"/>
          </p:cNvSpPr>
          <p:nvPr>
            <p:ph type="body" idx="10" hasCustomPrompt="1"/>
          </p:nvPr>
        </p:nvSpPr>
        <p:spPr>
          <a:xfrm>
            <a:off x="2697425" y="1874520"/>
            <a:ext cx="7299765" cy="2423160"/>
          </a:xfrm>
          <a:prstGeom prst="rect">
            <a:avLst/>
          </a:prstGeom>
        </p:spPr>
        <p:txBody>
          <a:bodyPr wrap="square" lIns="0" tIns="0" rIns="0" bIns="0" anchor="ctr" rtlCol="0">
            <a:normAutofit/>
          </a:bodyPr>
          <a:lstStyle>
            <a:lvl1pPr marL="0" indent="0">
              <a:lnSpc>
                <a:spcPct val="130000"/>
              </a:lnSpc>
              <a:buNone/>
              <a:defRPr lang="en-US" sz="2600" i="1">
                <a:solidFill>
                  <a:srgbClr val="FFFFFF"/>
                </a:solidFill>
                <a:latin typeface="Segoe UI Light"/>
              </a:defRPr>
            </a:lvl1pPr>
          </a:lstStyle>
          <a:p>
            <a:r>
              <a:rPr lang="en-US"/>
              <a:t>Quoted text</a:t>
            </a:r>
          </a:p>
        </p:txBody>
      </p:sp>
      <p:sp>
        <p:nvSpPr>
          <p:cNvPr id="7" name="Author"/>
          <p:cNvSpPr>
            <a:spLocks noGrp="1"/>
          </p:cNvSpPr>
          <p:nvPr>
            <p:ph type="body" idx="11" hasCustomPrompt="1"/>
          </p:nvPr>
        </p:nvSpPr>
        <p:spPr>
          <a:xfrm>
            <a:off x="2697425" y="4434840"/>
            <a:ext cx="7299765" cy="54864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 sz="1200" b="1" cap="all" spc="100">
                <a:solidFill>
                  <a:srgbClr val="D9E2EC"/>
                </a:solidFill>
              </a:defRPr>
            </a:lvl1pPr>
          </a:lstStyle>
          <a:p>
            <a:r>
              <a:rPr lang="en-US"/>
              <a:t>— Name, source (year)</a:t>
            </a:r>
          </a:p>
        </p:txBody>
      </p:sp>
    </p:spTree>
  </p:cSld>
  <p:clrMapOvr>
    <a:masterClrMapping/>
  </p:clrMapOvr>
  <p:hf ftr="0" sldNum="0"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losing">
    <p:bg>
      <p:bgPr>
        <a:solidFill>
          <a:srgbClr val="1449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(white)" descr="Universitas Airlangga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7320" y="502920"/>
            <a:ext cx="2651760" cy="998415"/>
          </a:xfrm>
          <a:prstGeom prst="rect">
            <a:avLst/>
          </a:prstGeom>
        </p:spPr>
      </p:pic>
      <p:pic>
        <p:nvPicPr>
          <p:cNvPr id="3" name="Batik stri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24040" y="0"/>
            <a:ext cx="1152144" cy="6858000"/>
          </a:xfrm>
          <a:prstGeom prst="rect">
            <a:avLst/>
          </a:prstGeom>
        </p:spPr>
      </p:pic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75336" y="1783080"/>
            <a:ext cx="8217184" cy="1554480"/>
          </a:xfrm>
          <a:prstGeom prst="rect">
            <a:avLst/>
          </a:prstGeom>
        </p:spPr>
        <p:txBody>
          <a:bodyPr wrap="square" lIns="0" tIns="0" rIns="0" bIns="0" anchor="b" rtlCol="0">
            <a:normAutofit/>
          </a:bodyPr>
          <a:lstStyle>
            <a:lvl1pPr marL="0" indent="0">
              <a:buNone/>
              <a:defRPr lang="en-US" sz="4400">
                <a:solidFill>
                  <a:srgbClr val="FFFFFF"/>
                </a:solidFill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5" name="Subtitle"/>
          <p:cNvSpPr>
            <a:spLocks noGrp="1"/>
          </p:cNvSpPr>
          <p:nvPr>
            <p:ph type="body" idx="1" hasCustomPrompt="1"/>
          </p:nvPr>
        </p:nvSpPr>
        <p:spPr>
          <a:xfrm>
            <a:off x="975336" y="3401568"/>
            <a:ext cx="8217184" cy="566928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buNone/>
              <a:defRPr lang="en-US" sz="2200">
                <a:solidFill>
                  <a:srgbClr val="FFFFFF"/>
                </a:solidFill>
              </a:defRPr>
            </a:lvl1pPr>
          </a:lstStyle>
          <a:p>
            <a:r>
              <a:rPr lang="en-US"/>
              <a:t>Questions?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12" hasCustomPrompt="1"/>
          </p:nvPr>
        </p:nvSpPr>
        <p:spPr>
          <a:xfrm>
            <a:off x="975336" y="4160520"/>
            <a:ext cx="8217184" cy="1554480"/>
          </a:xfrm>
          <a:prstGeom prst="rect">
            <a:avLst/>
          </a:prstGeom>
        </p:spPr>
        <p:txBody>
          <a:bodyPr wrap="square" lIns="0" tIns="0" rIns="0" bIns="0" anchor="t" rtlCol="0">
            <a:normAutofit/>
          </a:bodyPr>
          <a:lstStyle>
            <a:lvl1pPr marL="0" indent="0">
              <a:lnSpc>
                <a:spcPct val="130000"/>
              </a:lnSpc>
              <a:buNone/>
              <a:defRPr lang="en-US" sz="1300">
                <a:solidFill>
                  <a:srgbClr val="FFFFFF"/>
                </a:solidFill>
              </a:defRPr>
            </a:lvl1pPr>
          </a:lstStyle>
          <a:p>
            <a:r>
              <a:rPr lang="en-US"/>
              <a:t>Contact details</a:t>
            </a:r>
          </a:p>
        </p:txBody>
      </p:sp>
      <p:sp>
        <p:nvSpPr>
          <p:cNvPr id="7" name="Note"/>
          <p:cNvSpPr>
            <a:spLocks noGrp="1"/>
          </p:cNvSpPr>
          <p:nvPr>
            <p:ph type="body" idx="13" hasCustomPrompt="1"/>
          </p:nvPr>
        </p:nvSpPr>
        <p:spPr>
          <a:xfrm>
            <a:off x="975336" y="6053328"/>
            <a:ext cx="8217184" cy="274320"/>
          </a:xfrm>
          <a:prstGeom prst="rect">
            <a:avLst/>
          </a:prstGeom>
        </p:spPr>
        <p:txBody>
          <a:bodyPr wrap="square" lIns="0" tIns="0" rIns="0" bIns="0" anchor="t" rtlCol="0">
            <a:noAutofit/>
          </a:bodyPr>
          <a:lstStyle>
            <a:lvl1pPr marL="0" indent="0">
              <a:buNone/>
              <a:defRPr lang="en-US" sz="1050">
                <a:solidFill>
                  <a:srgbClr val="FFFFFF"/>
                </a:solidFill>
              </a:defRPr>
            </a:lvl1pPr>
          </a:lstStyle>
          <a:p>
            <a:r>
              <a:rPr lang="en-US"/>
              <a:t>Small print, e.g. a URL</a:t>
            </a:r>
          </a:p>
        </p:txBody>
      </p:sp>
    </p:spTree>
  </p:cSld>
  <p:clrMapOvr>
    <a:masterClrMapping/>
  </p:clrMapOvr>
  <p:hf ftr="0" sldNum="0"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548640" y="274320"/>
            <a:ext cx="8503920" cy="841248"/>
          </a:xfrm>
          <a:prstGeom prst="rect">
            <a:avLst/>
          </a:prstGeom>
        </p:spPr>
        <p:txBody>
          <a:bodyPr wrap="square" lIns="0" tIns="0" rIns="0" bIns="0" anchor="b" rtlCol="0">
            <a:noAutofit/>
          </a:bodyPr>
          <a:lstStyle>
            <a:lvl1pPr marL="0" indent="0">
              <a:buNone/>
              <a:defRPr lang="en-US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 hasCustomPrompt="1"/>
          </p:nvPr>
        </p:nvSpPr>
        <p:spPr>
          <a:xfrm>
            <a:off x="548640" y="1463040"/>
            <a:ext cx="10545775" cy="4892040"/>
          </a:xfrm>
          <a:prstGeom prst="rect">
            <a:avLst/>
          </a:prstGeom>
        </p:spPr>
        <p:txBody>
          <a:bodyPr wrap="square" lIns="0" tIns="0" rIns="0" bIns="0" anchor="t" rtlCol="0">
            <a:noAutofit/>
          </a:bodyPr>
          <a:lstStyle>
            <a:lvl1pPr>
              <a:defRPr lang="en-US"/>
            </a:lvl1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Sidebar"/>
          <p:cNvSpPr/>
          <p:nvPr userDrawn="1"/>
        </p:nvSpPr>
        <p:spPr>
          <a:xfrm>
            <a:off x="11505895" y="0"/>
            <a:ext cx="685800" cy="6858000"/>
          </a:xfrm>
          <a:prstGeom prst="rect">
            <a:avLst/>
          </a:prstGeom>
          <a:solidFill>
            <a:srgbClr val="14497F"/>
          </a:solidFill>
          <a:ln>
            <a:noFill/>
          </a:ln>
        </p:spPr>
      </p:sp>
      <p:pic>
        <p:nvPicPr>
          <p:cNvPr id="5" name="Sidebar key graphi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711635" y="411480"/>
            <a:ext cx="274320" cy="274320"/>
          </a:xfrm>
          <a:prstGeom prst="rect">
            <a:avLst/>
          </a:prstGeom>
        </p:spPr>
      </p:pic>
      <p:sp>
        <p:nvSpPr>
          <p:cNvPr id="6" name="Footer Placeholder"/>
          <p:cNvSpPr>
            <a:spLocks noGrp="1"/>
          </p:cNvSpPr>
          <p:nvPr>
            <p:ph type="ftr" idx="11"/>
          </p:nvPr>
        </p:nvSpPr>
        <p:spPr>
          <a:xfrm rot="16200000">
            <a:off x="9745675" y="3429000"/>
            <a:ext cx="4206240" cy="274320"/>
          </a:xfrm>
          <a:prstGeom prst="rect">
            <a:avLst/>
          </a:prstGeom>
        </p:spPr>
        <p:txBody>
          <a:bodyPr wrap="square" lIns="0" tIns="0" rIns="0" bIns="0" anchor="ctr" rtlCol="0">
            <a:noAutofit/>
          </a:bodyPr>
          <a:lstStyle>
            <a:lvl1pPr marL="0" indent="0" algn="ctr">
              <a:buNone/>
              <a:defRPr lang="en-US" sz="850" b="1" cap="all" spc="19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idebar number block"/>
          <p:cNvSpPr/>
          <p:nvPr userDrawn="1"/>
        </p:nvSpPr>
        <p:spPr>
          <a:xfrm>
            <a:off x="11505895" y="6035040"/>
            <a:ext cx="685800" cy="822960"/>
          </a:xfrm>
          <a:prstGeom prst="rect">
            <a:avLst/>
          </a:prstGeom>
          <a:solidFill>
            <a:srgbClr val="FFCB05"/>
          </a:solidFill>
          <a:ln>
            <a:noFill/>
          </a:ln>
        </p:spPr>
      </p:sp>
      <p:sp>
        <p:nvSpPr>
          <p:cNvPr id="8" name="Sidebar slide number"/>
          <p:cNvSpPr txBox="1"/>
          <p:nvPr userDrawn="1"/>
        </p:nvSpPr>
        <p:spPr>
          <a:xfrm>
            <a:off x="11505895" y="6035040"/>
            <a:ext cx="685800" cy="822960"/>
          </a:xfrm>
          <a:prstGeom prst="rect">
            <a:avLst/>
          </a:prstGeom>
          <a:noFill/>
        </p:spPr>
        <p:txBody>
          <a:bodyPr wrap="none" lIns="0" tIns="201168" rIns="0" bIns="0" anchor="t">
            <a:noAutofit/>
          </a:bodyPr>
          <a:lstStyle/>
          <a:p>
            <a:pPr algn="ctr"/>
            <a:fld id="{B6F15528-21DE-4FAA-801E-634DDDAF4B2B}" type="slidenum">
              <a:rPr lang="en-US" sz="1200" b="1">
                <a:solidFill>
                  <a:srgbClr val="14497F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"/>
    <p:sldLayoutId id="2147483726" r:id="rId13"/>
    <p:sldLayoutId id="2147483727" r:id="rId14"/>
    <p:sldLayoutId id="2147483728" r:id="rId15"/>
    <p:sldLayoutId id="2147483729" r:id="rId16"/>
    <p:sldLayoutId id="2147483730" r:id="rId17"/>
  </p:sldLayoutIdLst>
  <p:hf sldNum="0" hd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3000" b="1" kern="1200">
          <a:solidFill>
            <a:srgbClr val="14497F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10000"/>
        </a:lnSpc>
        <a:spcBef>
          <a:spcPts val="600"/>
        </a:spcBef>
        <a:buClr>
          <a:srgbClr val="14497F"/>
        </a:buClr>
        <a:buFont typeface="Arial"/>
        <a:buChar char="•"/>
        <a:defRPr sz="1800" kern="1200">
          <a:solidFill>
            <a:srgbClr val="333333"/>
          </a:solidFill>
          <a:latin typeface="+mn-lt"/>
          <a:ea typeface="+mn-ea"/>
          <a:cs typeface="+mn-cs"/>
        </a:defRPr>
      </a:lvl1pPr>
      <a:lvl2pPr marL="594360" indent="-27432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–"/>
        <a:defRPr sz="1600" kern="1200">
          <a:solidFill>
            <a:srgbClr val="333333"/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•"/>
        <a:defRPr sz="1400" kern="1200">
          <a:solidFill>
            <a:srgbClr val="333333"/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–"/>
        <a:defRPr sz="1400" kern="1200">
          <a:solidFill>
            <a:srgbClr val="333333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•"/>
        <a:defRPr sz="1400" kern="1200">
          <a:solidFill>
            <a:srgbClr val="333333"/>
          </a:solidFill>
          <a:latin typeface="+mn-lt"/>
          <a:ea typeface="+mn-ea"/>
          <a:cs typeface="+mn-cs"/>
        </a:defRPr>
      </a:lvl5pPr>
      <a:lvl6pPr marL="187452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–"/>
        <a:defRPr sz="1400" kern="1200">
          <a:solidFill>
            <a:srgbClr val="333333"/>
          </a:solidFill>
          <a:latin typeface="+mn-lt"/>
          <a:ea typeface="+mn-ea"/>
          <a:cs typeface="+mn-cs"/>
        </a:defRPr>
      </a:lvl6pPr>
      <a:lvl7pPr marL="219456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•"/>
        <a:defRPr sz="1400" kern="1200">
          <a:solidFill>
            <a:srgbClr val="333333"/>
          </a:solidFill>
          <a:latin typeface="+mn-lt"/>
          <a:ea typeface="+mn-ea"/>
          <a:cs typeface="+mn-cs"/>
        </a:defRPr>
      </a:lvl7pPr>
      <a:lvl8pPr marL="251460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–"/>
        <a:defRPr sz="1400" kern="1200">
          <a:solidFill>
            <a:srgbClr val="333333"/>
          </a:solidFill>
          <a:latin typeface="+mn-lt"/>
          <a:ea typeface="+mn-ea"/>
          <a:cs typeface="+mn-cs"/>
        </a:defRPr>
      </a:lvl8pPr>
      <a:lvl9pPr marL="2834640" indent="-228600" algn="l" defTabSz="914400" rtl="0" eaLnBrk="1" latinLnBrk="0" hangingPunct="1">
        <a:lnSpc>
          <a:spcPct val="110000"/>
        </a:lnSpc>
        <a:spcBef>
          <a:spcPts val="300"/>
        </a:spcBef>
        <a:buClr>
          <a:srgbClr val="14497F"/>
        </a:buClr>
        <a:buFont typeface="Arial"/>
        <a:buChar char="•"/>
        <a:defRPr sz="1400" kern="1200">
          <a:solidFill>
            <a:srgbClr val="333333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Universitas Airlangga Theme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A Professional PowerPoint Template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t>Rizqy Amelia Zein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Department of Psychology, Universitas Airlangga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t>13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Background &amp; Motivation</a:t>
            </a:r>
          </a:p>
          <a:p>
            <a:pPr/>
            <a:r>
              <a:t>Research Methodology</a:t>
            </a:r>
          </a:p>
          <a:p>
            <a:pPr/>
            <a:r>
              <a:t>Findings &amp; Discussion</a:t>
            </a:r>
          </a:p>
          <a:p>
            <a:pPr/>
            <a:r>
              <a:t>Conclusions</a:t>
            </a:r>
          </a:p>
          <a:p>
            <a:pPr/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This is a sample presentation using the Universitas Airlangga template.</a:t>
            </a:r>
          </a:p>
          <a:p>
            <a:pPr/>
            <a:r>
              <a:t>Clean, professional design</a:t>
            </a:r>
          </a:p>
          <a:p>
            <a:pPr/>
            <a:r>
              <a:t>Official UNAIR branding</a:t>
            </a:r>
          </a:p>
          <a:p>
            <a:pPr/>
            <a:r>
              <a:t>Easy to customize</a:t>
            </a:r>
          </a:p>
          <a:p>
            <a:pPr lvl="1"/>
            <a:r>
              <a:t>Pick layouts from Home → Layout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14497F"/>
                </a:solidFill>
              </a:rPr>
              <a:t>Design Elements</a:t>
            </a:r>
          </a:p>
          <a:p>
            <a:pPr/>
            <a:r>
              <a:t>UNAIR Blue primary color</a:t>
            </a:r>
          </a:p>
          <a:p>
            <a:pPr/>
            <a:r>
              <a:t>Yellow accent highlights</a:t>
            </a:r>
          </a:p>
          <a:p>
            <a:pPr/>
            <a:r>
              <a:t>Clean typography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14497F"/>
                </a:solidFill>
              </a:rPr>
              <a:t>Smart Features</a:t>
            </a:r>
          </a:p>
          <a:p>
            <a:pPr/>
            <a:r>
              <a:t>Brand sidebar with slide number</a:t>
            </a:r>
          </a:p>
          <a:p>
            <a:pPr/>
            <a:r>
              <a:t>White logo on blue</a:t>
            </a:r>
          </a:p>
          <a:p>
            <a:pPr/>
            <a:r>
              <a:t>Section dividers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Field Study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Opt-in, full-slide layouts for richer presentations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Brand Colors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362123" cy="2743200"/>
          </a:xfrm>
          <a:prstGeom prst="roundRect">
            <a:avLst>
              <a:gd name="adj" fmla="val 4000"/>
            </a:avLst>
          </a:prstGeom>
          <a:solidFill>
            <a:srgbClr val="14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2362123" cy="9144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/>
            <a:r>
              <a:rPr b="1" sz="1800">
                <a:solidFill>
                  <a:srgbClr val="14497F"/>
                </a:solidFill>
              </a:rPr>
              <a:t>UNAIR Blue</a:t>
            </a:r>
          </a:p>
          <a:p>
            <a:pPr/>
            <a:r>
              <a:rPr sz="1400">
                <a:solidFill>
                  <a:srgbClr val="666666"/>
                </a:solidFill>
              </a:rPr>
              <a:t>#14497F · primary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76523" y="1737360"/>
            <a:ext cx="2362123" cy="2743200"/>
          </a:xfrm>
          <a:prstGeom prst="roundRect">
            <a:avLst>
              <a:gd name="adj" fmla="val 4000"/>
            </a:avLst>
          </a:prstGeom>
          <a:solidFill>
            <a:srgbClr val="FFC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6523" y="4663440"/>
            <a:ext cx="2362123" cy="9144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/>
            <a:r>
              <a:rPr b="1" sz="1800">
                <a:solidFill>
                  <a:srgbClr val="14497F"/>
                </a:solidFill>
              </a:rPr>
              <a:t>UNAIR Yellow</a:t>
            </a:r>
          </a:p>
          <a:p>
            <a:pPr/>
            <a:r>
              <a:rPr sz="1400">
                <a:solidFill>
                  <a:srgbClr val="666666"/>
                </a:solidFill>
              </a:rPr>
              <a:t>#FFCB05 · accent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04407" y="1737360"/>
            <a:ext cx="2362123" cy="2743200"/>
          </a:xfrm>
          <a:prstGeom prst="roundRect">
            <a:avLst>
              <a:gd name="adj" fmla="val 4000"/>
            </a:avLst>
          </a:prstGeom>
          <a:solidFill>
            <a:srgbClr val="E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4407" y="4663440"/>
            <a:ext cx="2362123" cy="9144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/>
            <a:r>
              <a:rPr b="1" sz="1800">
                <a:solidFill>
                  <a:srgbClr val="14497F"/>
                </a:solidFill>
              </a:rPr>
              <a:t>Red</a:t>
            </a:r>
          </a:p>
          <a:p>
            <a:pPr/>
            <a:r>
              <a:rPr sz="1400">
                <a:solidFill>
                  <a:srgbClr val="666666"/>
                </a:solidFill>
              </a:rPr>
              <a:t>#E6282B · alerts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291" y="1737360"/>
            <a:ext cx="2362123" cy="27432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291" y="4663440"/>
            <a:ext cx="2362123" cy="9144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/>
            <a:r>
              <a:rPr b="1" sz="1800">
                <a:solidFill>
                  <a:srgbClr val="14497F"/>
                </a:solidFill>
              </a:rPr>
              <a:t>Light Grey</a:t>
            </a:r>
          </a:p>
          <a:p>
            <a:pPr/>
            <a:r>
              <a:rPr sz="1400">
                <a:solidFill>
                  <a:srgbClr val="666666"/>
                </a:solidFill>
              </a:rPr>
              <a:t>#F0F0F0 · panels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Tables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54577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94360">
                <a:tc>
                  <a:txBody>
                    <a:bodyPr/>
                    <a:lstStyle/>
                    <a:p>
                      <a:r>
                        <a:rPr sz="170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N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150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78.5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150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1054577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/>
            <a:r>
              <a:rPr sz="1300">
                <a:solidFill>
                  <a:srgbClr val="666666"/>
                </a:solidFill>
              </a:rPr>
              <a:t>Table 1. Sample data summary — tables pick up the brand colors from the theme.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art_blue.jp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7532" r="7532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Key Findings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Effect sizes were consistent across cohorts</a:t>
            </a:r>
          </a:p>
          <a:p>
            <a:pPr/>
            <a:r>
              <a:t>Replication held under pre-registered analysis</a:t>
            </a:r>
          </a:p>
          <a:p>
            <a:pPr/>
            <a:r>
              <a:t>Results support the proposed mechanism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art_yellow.jp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2750" r="2750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Data Collection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Field data were gathered across three sites using a standardized protocol, with inter-rater reliability checks throughout.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t>A quick summary before we dive into the details.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t>This study examines how open science practices affect replication rates in psychological research, drawing on a pre-registered, multi-site design.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Our Pillars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Three principles guide this research program.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286000"/>
          <a:ext cx="1054577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15258"/>
                <a:gridCol w="3515258"/>
                <a:gridCol w="3515259"/>
              </a:tblGrid>
              <a:tr h="1207008"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333333"/>
                          </a:solidFill>
                          <a:latin typeface="Segoe UI Emoji"/>
                        </a:rPr>
                        <a:t>🎓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333333"/>
                          </a:solidFill>
                          <a:latin typeface="Segoe UI Emoji"/>
                        </a:rPr>
                        <a:t>🤝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333333"/>
                          </a:solidFill>
                          <a:latin typeface="Segoe UI Emoji"/>
                        </a:rPr>
                        <a:t>📊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4497F"/>
                          </a:solidFill>
                          <a:latin typeface="Segoe UI"/>
                        </a:rPr>
                        <a:t>Rigor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4497F"/>
                          </a:solidFill>
                          <a:latin typeface="Segoe UI"/>
                        </a:rPr>
                        <a:t>Collaboration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4497F"/>
                          </a:solidFill>
                          <a:latin typeface="Segoe UI"/>
                        </a:rPr>
                        <a:t>Openness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</a:tr>
              <a:tr h="20116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333"/>
                          </a:solidFill>
                          <a:latin typeface="Segoe UI"/>
                        </a:rPr>
                        <a:t>Pre-registered designs and transparent analysis pipelines.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333"/>
                          </a:solidFill>
                          <a:latin typeface="Segoe UI"/>
                        </a:rPr>
                        <a:t>Multi-site partnerships across Indonesian universities.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333"/>
                          </a:solidFill>
                          <a:latin typeface="Segoe UI"/>
                        </a:rPr>
                        <a:t>Data, code, and materials shared on publication.</a:t>
                      </a:r>
                    </a:p>
                  </a:txBody>
                  <a:tcPr marL="228600" marR="228600" marT="0" marB="0"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Campus Highlights</a:t>
            </a:r>
          </a:p>
        </p:txBody>
      </p:sp>
      <p:pic>
        <p:nvPicPr>
          <p:cNvPr id="3" name="Picture Placeholder 2" descr="art_a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7240" r="7240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t>Main Campus, Surabaya</a:t>
            </a:r>
          </a:p>
        </p:txBody>
      </p:sp>
      <p:pic>
        <p:nvPicPr>
          <p:cNvPr id="5" name="Picture Placeholder 4" descr="art_b.jpg"/>
          <p:cNvPicPr>
            <a:picLocks noGrp="1" noChangeAspect="1"/>
          </p:cNvPicPr>
          <p:nvPr>
            <p:ph type="pic" idx="16"/>
          </p:nvPr>
        </p:nvPicPr>
        <p:blipFill>
          <a:blip r:embed="rId3"/>
          <a:srcRect l="7240" r="7240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t>Research Laboratory</a:t>
            </a:r>
          </a:p>
        </p:txBody>
      </p:sp>
      <p:pic>
        <p:nvPicPr>
          <p:cNvPr id="7" name="Picture Placeholder 6" descr="art_c.jpg"/>
          <p:cNvPicPr>
            <a:picLocks noGrp="1" noChangeAspect="1"/>
          </p:cNvPicPr>
          <p:nvPr>
            <p:ph type="pic" idx="17"/>
          </p:nvPr>
        </p:nvPicPr>
        <p:blipFill>
          <a:blip r:embed="rId4"/>
          <a:srcRect l="7240" r="7240"/>
          <a:stretch>
            <a:fillRect/>
          </a:stretch>
        </p:blipFill>
        <p:spPr/>
      </p:pic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Student Life</a:t>
            </a:r>
          </a:p>
        </p:txBody>
      </p:sp>
      <p:sp>
        <p:nvSpPr>
          <p:cNvPr id="9" name="Footer Placeholder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UNAIR PowerPoint Template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On what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Not everything that counts can be counted, and not everything that can be counted counts.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— William Bruce Cameron, Informal Sociology (1963)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Campbell's law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The more any quantitative social indicator is used for social decision-making, the more subject it will be to corruption pressures.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— Donald T. Campbell (1976)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amelia.zein@psikologi.unair.ac.id</a:t>
            </a:r>
          </a:p>
          <a:p>
            <a:pPr/>
            <a:r>
              <a:t>rameliaz.github.io</a:t>
            </a:r>
          </a:p>
          <a:p>
            <a:pPr/>
            <a:r>
              <a:t>github.com/rameliaz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t>Template source: github.com/rameliaz/quarto-unair-theme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ersitas Airlangga">
  <a:themeElements>
    <a:clrScheme name="Universitas Airlangga">
      <a:dk1>
        <a:srgbClr val="333333"/>
      </a:dk1>
      <a:lt1>
        <a:srgbClr val="FFFFFF"/>
      </a:lt1>
      <a:dk2>
        <a:srgbClr val="14497F"/>
      </a:dk2>
      <a:lt2>
        <a:srgbClr val="F0F0F0"/>
      </a:lt2>
      <a:accent1>
        <a:srgbClr val="14497F"/>
      </a:accent1>
      <a:accent2>
        <a:srgbClr val="FFCB05"/>
      </a:accent2>
      <a:accent3>
        <a:srgbClr val="E6282B"/>
      </a:accent3>
      <a:accent4>
        <a:srgbClr val="4F86C0"/>
      </a:accent4>
      <a:accent5>
        <a:srgbClr val="666666"/>
      </a:accent5>
      <a:accent6>
        <a:srgbClr val="0B2E52"/>
      </a:accent6>
      <a:hlink>
        <a:srgbClr val="14497F"/>
      </a:hlink>
      <a:folHlink>
        <a:srgbClr val="0B2E52"/>
      </a:folHlink>
    </a:clrScheme>
    <a:fontScheme name="Universitas Airlangga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Universitas Airlangga</dc:title>
  <dc:subject/>
  <dc:creator>Rizqy Amelia Zein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